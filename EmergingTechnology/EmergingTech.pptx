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9" r:id="rId3"/>
    <p:sldId id="261" r:id="rId4"/>
    <p:sldId id="291" r:id="rId5"/>
    <p:sldId id="267" r:id="rId6"/>
    <p:sldId id="286" r:id="rId7"/>
    <p:sldId id="287" r:id="rId8"/>
    <p:sldId id="288" r:id="rId9"/>
    <p:sldId id="290" r:id="rId10"/>
    <p:sldId id="292" r:id="rId11"/>
    <p:sldId id="293" r:id="rId12"/>
    <p:sldId id="294" r:id="rId13"/>
    <p:sldId id="295" r:id="rId14"/>
    <p:sldId id="312" r:id="rId15"/>
    <p:sldId id="296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30" r:id="rId33"/>
    <p:sldId id="331" r:id="rId34"/>
    <p:sldId id="335" r:id="rId35"/>
    <p:sldId id="334" r:id="rId36"/>
    <p:sldId id="333" r:id="rId37"/>
    <p:sldId id="258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035A5-2208-468E-AE2B-5E43AC9CF2AA}" v="16" dt="2025-04-07T15:39:56.311"/>
  </p1510:revLst>
</p1510:revInfo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9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48" y="126"/>
      </p:cViewPr>
      <p:guideLst>
        <p:guide orient="horz" pos="24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85" d="100"/>
          <a:sy n="185" d="100"/>
        </p:scale>
        <p:origin x="6462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Burdett" userId="66adc0ed-6baf-42f9-827f-c6a85c4f15cc" providerId="ADAL" clId="{F43035A5-2208-468E-AE2B-5E43AC9CF2AA}"/>
    <pc:docChg chg="modSld modMainMaster">
      <pc:chgData name="Lisa Burdett" userId="66adc0ed-6baf-42f9-827f-c6a85c4f15cc" providerId="ADAL" clId="{F43035A5-2208-468E-AE2B-5E43AC9CF2AA}" dt="2025-04-07T15:39:56.311" v="15" actId="14826"/>
      <pc:docMkLst>
        <pc:docMk/>
      </pc:docMkLst>
      <pc:sldChg chg="modAnim">
        <pc:chgData name="Lisa Burdett" userId="66adc0ed-6baf-42f9-827f-c6a85c4f15cc" providerId="ADAL" clId="{F43035A5-2208-468E-AE2B-5E43AC9CF2AA}" dt="2025-04-07T15:38:45.828" v="2"/>
        <pc:sldMkLst>
          <pc:docMk/>
          <pc:sldMk cId="620969603" sldId="256"/>
        </pc:sldMkLst>
      </pc:sldChg>
      <pc:sldMasterChg chg="modSldLayout">
        <pc:chgData name="Lisa Burdett" userId="66adc0ed-6baf-42f9-827f-c6a85c4f15cc" providerId="ADAL" clId="{F43035A5-2208-468E-AE2B-5E43AC9CF2AA}" dt="2025-04-07T15:39:56.311" v="15" actId="14826"/>
        <pc:sldMasterMkLst>
          <pc:docMk/>
          <pc:sldMasterMk cId="4281763928" sldId="2147483660"/>
        </pc:sldMasterMkLst>
        <pc:sldLayoutChg chg="modSp modAnim">
          <pc:chgData name="Lisa Burdett" userId="66adc0ed-6baf-42f9-827f-c6a85c4f15cc" providerId="ADAL" clId="{F43035A5-2208-468E-AE2B-5E43AC9CF2AA}" dt="2025-04-07T15:38:45.828" v="2"/>
          <pc:sldLayoutMkLst>
            <pc:docMk/>
            <pc:sldMasterMk cId="4281763928" sldId="2147483660"/>
            <pc:sldLayoutMk cId="500634556" sldId="2147483661"/>
          </pc:sldLayoutMkLst>
          <pc:picChg chg="mod">
            <ac:chgData name="Lisa Burdett" userId="66adc0ed-6baf-42f9-827f-c6a85c4f15cc" providerId="ADAL" clId="{F43035A5-2208-468E-AE2B-5E43AC9CF2AA}" dt="2025-04-07T15:38:37.830" v="1" actId="14826"/>
            <ac:picMkLst>
              <pc:docMk/>
              <pc:sldMasterMk cId="4281763928" sldId="2147483660"/>
              <pc:sldLayoutMk cId="500634556" sldId="2147483661"/>
              <ac:picMk id="9" creationId="{85AFA447-1F66-B09B-24F5-FE5099D1E9F6}"/>
            </ac:picMkLst>
          </pc:picChg>
        </pc:sldLayoutChg>
        <pc:sldLayoutChg chg="modSp">
          <pc:chgData name="Lisa Burdett" userId="66adc0ed-6baf-42f9-827f-c6a85c4f15cc" providerId="ADAL" clId="{F43035A5-2208-468E-AE2B-5E43AC9CF2AA}" dt="2025-04-07T15:39:56.311" v="15" actId="14826"/>
          <pc:sldLayoutMkLst>
            <pc:docMk/>
            <pc:sldMasterMk cId="4281763928" sldId="2147483660"/>
            <pc:sldLayoutMk cId="3329204170" sldId="2147483689"/>
          </pc:sldLayoutMkLst>
          <pc:picChg chg="mod">
            <ac:chgData name="Lisa Burdett" userId="66adc0ed-6baf-42f9-827f-c6a85c4f15cc" providerId="ADAL" clId="{F43035A5-2208-468E-AE2B-5E43AC9CF2AA}" dt="2025-04-07T15:39:56.311" v="15" actId="14826"/>
            <ac:picMkLst>
              <pc:docMk/>
              <pc:sldMasterMk cId="4281763928" sldId="2147483660"/>
              <pc:sldLayoutMk cId="3329204170" sldId="2147483689"/>
              <ac:picMk id="6" creationId="{F23FB6B2-4A0F-ABD1-1393-AA4E16F4A2A6}"/>
            </ac:picMkLst>
          </pc:picChg>
        </pc:sldLayoutChg>
        <pc:sldLayoutChg chg="modSp">
          <pc:chgData name="Lisa Burdett" userId="66adc0ed-6baf-42f9-827f-c6a85c4f15cc" providerId="ADAL" clId="{F43035A5-2208-468E-AE2B-5E43AC9CF2AA}" dt="2025-04-07T15:39:39.478" v="11" actId="14826"/>
          <pc:sldLayoutMkLst>
            <pc:docMk/>
            <pc:sldMasterMk cId="4281763928" sldId="2147483660"/>
            <pc:sldLayoutMk cId="989059616" sldId="2147483690"/>
          </pc:sldLayoutMkLst>
          <pc:picChg chg="mod">
            <ac:chgData name="Lisa Burdett" userId="66adc0ed-6baf-42f9-827f-c6a85c4f15cc" providerId="ADAL" clId="{F43035A5-2208-468E-AE2B-5E43AC9CF2AA}" dt="2025-04-07T15:39:39.478" v="11" actId="14826"/>
            <ac:picMkLst>
              <pc:docMk/>
              <pc:sldMasterMk cId="4281763928" sldId="2147483660"/>
              <pc:sldLayoutMk cId="989059616" sldId="2147483690"/>
              <ac:picMk id="6" creationId="{F23FB6B2-4A0F-ABD1-1393-AA4E16F4A2A6}"/>
            </ac:picMkLst>
          </pc:picChg>
        </pc:sldLayoutChg>
        <pc:sldLayoutChg chg="modAnim">
          <pc:chgData name="Lisa Burdett" userId="66adc0ed-6baf-42f9-827f-c6a85c4f15cc" providerId="ADAL" clId="{F43035A5-2208-468E-AE2B-5E43AC9CF2AA}" dt="2025-04-07T15:38:58.431" v="3"/>
          <pc:sldLayoutMkLst>
            <pc:docMk/>
            <pc:sldMasterMk cId="4281763928" sldId="2147483660"/>
            <pc:sldLayoutMk cId="2046434122" sldId="2147483696"/>
          </pc:sldLayoutMkLst>
        </pc:sldLayoutChg>
        <pc:sldLayoutChg chg="modAnim">
          <pc:chgData name="Lisa Burdett" userId="66adc0ed-6baf-42f9-827f-c6a85c4f15cc" providerId="ADAL" clId="{F43035A5-2208-468E-AE2B-5E43AC9CF2AA}" dt="2025-04-07T15:39:02.023" v="4"/>
          <pc:sldLayoutMkLst>
            <pc:docMk/>
            <pc:sldMasterMk cId="4281763928" sldId="2147483660"/>
            <pc:sldLayoutMk cId="638400361" sldId="2147483697"/>
          </pc:sldLayoutMkLst>
        </pc:sldLayoutChg>
        <pc:sldLayoutChg chg="modAnim">
          <pc:chgData name="Lisa Burdett" userId="66adc0ed-6baf-42f9-827f-c6a85c4f15cc" providerId="ADAL" clId="{F43035A5-2208-468E-AE2B-5E43AC9CF2AA}" dt="2025-04-07T15:39:10.058" v="6"/>
          <pc:sldLayoutMkLst>
            <pc:docMk/>
            <pc:sldMasterMk cId="4281763928" sldId="2147483660"/>
            <pc:sldLayoutMk cId="1509327421" sldId="2147483698"/>
          </pc:sldLayoutMkLst>
        </pc:sldLayoutChg>
        <pc:sldLayoutChg chg="modAnim">
          <pc:chgData name="Lisa Burdett" userId="66adc0ed-6baf-42f9-827f-c6a85c4f15cc" providerId="ADAL" clId="{F43035A5-2208-468E-AE2B-5E43AC9CF2AA}" dt="2025-04-07T15:39:06.406" v="5"/>
          <pc:sldLayoutMkLst>
            <pc:docMk/>
            <pc:sldMasterMk cId="4281763928" sldId="2147483660"/>
            <pc:sldLayoutMk cId="1928534367" sldId="2147483699"/>
          </pc:sldLayoutMkLst>
        </pc:sldLayoutChg>
        <pc:sldLayoutChg chg="modAnim">
          <pc:chgData name="Lisa Burdett" userId="66adc0ed-6baf-42f9-827f-c6a85c4f15cc" providerId="ADAL" clId="{F43035A5-2208-468E-AE2B-5E43AC9CF2AA}" dt="2025-04-07T15:39:18.563" v="7"/>
          <pc:sldLayoutMkLst>
            <pc:docMk/>
            <pc:sldMasterMk cId="4281763928" sldId="2147483660"/>
            <pc:sldLayoutMk cId="2260535882" sldId="2147483713"/>
          </pc:sldLayoutMkLst>
        </pc:sldLayoutChg>
        <pc:sldLayoutChg chg="modSp">
          <pc:chgData name="Lisa Burdett" userId="66adc0ed-6baf-42f9-827f-c6a85c4f15cc" providerId="ADAL" clId="{F43035A5-2208-468E-AE2B-5E43AC9CF2AA}" dt="2025-04-07T15:39:48.102" v="13" actId="14826"/>
          <pc:sldLayoutMkLst>
            <pc:docMk/>
            <pc:sldMasterMk cId="4281763928" sldId="2147483660"/>
            <pc:sldLayoutMk cId="2373569174" sldId="2147483718"/>
          </pc:sldLayoutMkLst>
          <pc:picChg chg="mod">
            <ac:chgData name="Lisa Burdett" userId="66adc0ed-6baf-42f9-827f-c6a85c4f15cc" providerId="ADAL" clId="{F43035A5-2208-468E-AE2B-5E43AC9CF2AA}" dt="2025-04-07T15:39:48.102" v="13" actId="14826"/>
            <ac:picMkLst>
              <pc:docMk/>
              <pc:sldMasterMk cId="4281763928" sldId="2147483660"/>
              <pc:sldLayoutMk cId="2373569174" sldId="2147483718"/>
              <ac:picMk id="9" creationId="{188BD127-3676-C6B1-49EF-1ACEFF303FD4}"/>
            </ac:picMkLst>
          </pc:picChg>
        </pc:sldLayoutChg>
        <pc:sldLayoutChg chg="modAnim">
          <pc:chgData name="Lisa Burdett" userId="66adc0ed-6baf-42f9-827f-c6a85c4f15cc" providerId="ADAL" clId="{F43035A5-2208-468E-AE2B-5E43AC9CF2AA}" dt="2025-04-07T15:39:26.750" v="8"/>
          <pc:sldLayoutMkLst>
            <pc:docMk/>
            <pc:sldMasterMk cId="4281763928" sldId="2147483660"/>
            <pc:sldLayoutMk cId="378823778" sldId="2147483721"/>
          </pc:sldLayoutMkLst>
        </pc:sldLayoutChg>
        <pc:sldLayoutChg chg="modAnim">
          <pc:chgData name="Lisa Burdett" userId="66adc0ed-6baf-42f9-827f-c6a85c4f15cc" providerId="ADAL" clId="{F43035A5-2208-468E-AE2B-5E43AC9CF2AA}" dt="2025-04-07T15:39:30.109" v="9"/>
          <pc:sldLayoutMkLst>
            <pc:docMk/>
            <pc:sldMasterMk cId="4281763928" sldId="2147483660"/>
            <pc:sldLayoutMk cId="3400256061" sldId="2147483722"/>
          </pc:sldLayoutMkLst>
        </pc:sldLayoutChg>
      </pc:sldMasterChg>
    </pc:docChg>
  </pc:docChgLst>
  <pc:docChgLst>
    <pc:chgData name="Lisa Burdett" userId="66adc0ed-6baf-42f9-827f-c6a85c4f15cc" providerId="ADAL" clId="{98132E81-B512-4A93-831D-DD550329E8F3}"/>
    <pc:docChg chg="modMainMaster">
      <pc:chgData name="Lisa Burdett" userId="66adc0ed-6baf-42f9-827f-c6a85c4f15cc" providerId="ADAL" clId="{98132E81-B512-4A93-831D-DD550329E8F3}" dt="2025-03-23T18:39:59.857" v="0" actId="6014"/>
      <pc:docMkLst>
        <pc:docMk/>
      </pc:docMkLst>
      <pc:sldMasterChg chg="mod">
        <pc:chgData name="Lisa Burdett" userId="66adc0ed-6baf-42f9-827f-c6a85c4f15cc" providerId="ADAL" clId="{98132E81-B512-4A93-831D-DD550329E8F3}" dt="2025-03-23T18:39:59.857" v="0" actId="6014"/>
        <pc:sldMasterMkLst>
          <pc:docMk/>
          <pc:sldMasterMk cId="4281763928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0CA4E-B77A-0576-8001-15E6412EBD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31010" y="8893492"/>
            <a:ext cx="5421375" cy="242289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C10B1-63C1-ED44-E825-0499D60A6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914700" y="112074"/>
            <a:ext cx="959062" cy="24229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3A213D-7F76-41B0-A925-BC32A60B99E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98D148-FBFF-5BB9-0CB7-01019B120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2384" y="8942038"/>
            <a:ext cx="461904" cy="2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509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609600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010" y="3109129"/>
            <a:ext cx="5878350" cy="503555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2D9AAA-DBCE-3AF9-56D8-BD9B3D1E0A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431010" y="8893492"/>
            <a:ext cx="5421375" cy="242289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A7DD2D7-2E89-65C0-63F2-744B2B3BC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914700" y="112074"/>
            <a:ext cx="959062" cy="24229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33A213D-7F76-41B0-A925-BC32A60B99E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04C3D2-F00F-602E-B3C8-A5493DEEE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2384" y="8942038"/>
            <a:ext cx="461904" cy="2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2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Let’s start by talking about two distinct types of futuristic technologies</a:t>
            </a:r>
          </a:p>
          <a:p>
            <a:r>
              <a:rPr lang="en-US" b="0" dirty="0"/>
              <a:t>The first is “emerging” – </a:t>
            </a:r>
            <a:r>
              <a:rPr lang="en-US" b="1" dirty="0"/>
              <a:t>ask the students if they can guess what “emerging” technologies are</a:t>
            </a:r>
            <a:endParaRPr lang="en-US" b="0" dirty="0"/>
          </a:p>
          <a:p>
            <a:pPr lvl="1"/>
            <a:r>
              <a:rPr lang="en-US" b="0" dirty="0"/>
              <a:t>There are a few key criteria…</a:t>
            </a:r>
          </a:p>
          <a:p>
            <a:pPr lvl="0"/>
            <a:r>
              <a:rPr lang="en-US" b="0" dirty="0"/>
              <a:t>They must </a:t>
            </a:r>
            <a:r>
              <a:rPr lang="en-US" b="0" i="1" dirty="0"/>
              <a:t>actually exist</a:t>
            </a:r>
            <a:r>
              <a:rPr lang="en-US" b="0" i="0" dirty="0"/>
              <a:t> in some way</a:t>
            </a:r>
          </a:p>
          <a:p>
            <a:pPr lvl="0"/>
            <a:r>
              <a:rPr lang="en-US" b="0" i="0" dirty="0"/>
              <a:t>They must </a:t>
            </a:r>
            <a:r>
              <a:rPr lang="en-US" b="0" i="1" dirty="0"/>
              <a:t>not</a:t>
            </a:r>
            <a:r>
              <a:rPr lang="en-US" b="0" i="0" dirty="0"/>
              <a:t> be “mainstream” – not used by everyone already, like a smart phone or something like that</a:t>
            </a:r>
          </a:p>
          <a:p>
            <a:pPr lvl="0"/>
            <a:r>
              <a:rPr lang="en-US" b="0" i="0" dirty="0"/>
              <a:t>There are some basic phases:</a:t>
            </a:r>
          </a:p>
          <a:p>
            <a:pPr lvl="1"/>
            <a:r>
              <a:rPr lang="en-US" b="0" i="0" dirty="0"/>
              <a:t>Research (preliminary stage)</a:t>
            </a:r>
          </a:p>
          <a:p>
            <a:pPr lvl="1"/>
            <a:r>
              <a:rPr lang="en-US" b="0" i="0" dirty="0"/>
              <a:t>Prototype (actually having some version of the technology)</a:t>
            </a:r>
          </a:p>
          <a:p>
            <a:pPr lvl="1"/>
            <a:r>
              <a:rPr lang="en-US" b="0" i="0" dirty="0"/>
              <a:t>Development (active work on the technology)</a:t>
            </a:r>
          </a:p>
          <a:p>
            <a:pPr lvl="1"/>
            <a:r>
              <a:rPr lang="en-US" b="0" i="0" dirty="0"/>
              <a:t>Diffusion (technology works, and is in the process of becoming mainstream)</a:t>
            </a:r>
          </a:p>
          <a:p>
            <a:pPr lvl="0"/>
            <a:r>
              <a:rPr lang="en-US" b="1" i="0" dirty="0"/>
              <a:t>Ask the students if they can think of examples of “emerging” technologies</a:t>
            </a:r>
            <a:endParaRPr lang="en-US" b="0" i="0" dirty="0"/>
          </a:p>
          <a:p>
            <a:pPr lvl="1"/>
            <a:r>
              <a:rPr lang="en-US" b="0" i="0" dirty="0"/>
              <a:t>(hint: we have covered some of them in this presentation!)</a:t>
            </a:r>
          </a:p>
          <a:p>
            <a:pPr lvl="0"/>
            <a:r>
              <a:rPr lang="en-US" b="0" i="0" dirty="0"/>
              <a:t>Reveal some examples – some of these are farther along than others, but they are all considered “emerging”</a:t>
            </a:r>
          </a:p>
          <a:p>
            <a:pPr lvl="0"/>
            <a:endParaRPr lang="en-US" b="0" i="0" dirty="0"/>
          </a:p>
          <a:p>
            <a:pPr lvl="0"/>
            <a:r>
              <a:rPr lang="en-US" b="0" i="0" dirty="0"/>
              <a:t>Next, talk about another type of future technology – “hypothetical” – </a:t>
            </a:r>
            <a:r>
              <a:rPr lang="en-US" b="1" i="0" dirty="0"/>
              <a:t>ask the students if they can guess what hypothetical technologies would be</a:t>
            </a:r>
            <a:endParaRPr lang="en-US" b="0" i="0" dirty="0"/>
          </a:p>
          <a:p>
            <a:pPr lvl="0"/>
            <a:r>
              <a:rPr lang="en-US" b="0" i="0" dirty="0"/>
              <a:t>The main criteria here is that the technology must NOT EXIST at all</a:t>
            </a:r>
          </a:p>
          <a:p>
            <a:pPr lvl="0"/>
            <a:r>
              <a:rPr lang="en-US" b="0" i="0" dirty="0"/>
              <a:t>These technologies are often used in Sci-Fi… but as we know, sci-fi can sometimes turn into sci-non-fi</a:t>
            </a:r>
          </a:p>
          <a:p>
            <a:pPr lvl="0"/>
            <a:r>
              <a:rPr lang="en-US" b="0" i="0" dirty="0"/>
              <a:t>The fun part is that these technologies </a:t>
            </a:r>
            <a:r>
              <a:rPr lang="en-US" b="0" i="1" dirty="0"/>
              <a:t>might</a:t>
            </a:r>
            <a:r>
              <a:rPr lang="en-US" b="0" i="0" dirty="0"/>
              <a:t> exist in the future</a:t>
            </a:r>
          </a:p>
          <a:p>
            <a:pPr lvl="0"/>
            <a:r>
              <a:rPr lang="en-US" b="1" i="0" dirty="0"/>
              <a:t>Ask the students if they can think of any examples of hypothetical technologies</a:t>
            </a:r>
            <a:endParaRPr lang="en-US" b="0" i="0" dirty="0"/>
          </a:p>
          <a:p>
            <a:pPr lvl="0"/>
            <a:r>
              <a:rPr lang="en-US" b="0" i="0" dirty="0"/>
              <a:t>Reveal a few examples – time machines and teleporters will probably never exist, but water-fueled cars and immortality via life extension may be possible</a:t>
            </a:r>
          </a:p>
          <a:p>
            <a:pPr lvl="1"/>
            <a:r>
              <a:rPr lang="en-US" b="0" i="0" dirty="0"/>
              <a:t>Or, who knows, anything might happen or not happen</a:t>
            </a: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10729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be like him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A213D-7F76-41B0-A925-BC32A60B99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6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sv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002378"/>
            </a:gs>
            <a:gs pos="12000">
              <a:srgbClr val="00196E"/>
            </a:gs>
            <a:gs pos="77000">
              <a:srgbClr val="000F4A"/>
            </a:gs>
            <a:gs pos="40000">
              <a:srgbClr val="000532"/>
            </a:gs>
            <a:gs pos="89000">
              <a:srgbClr val="001E6E"/>
            </a:gs>
            <a:gs pos="100000">
              <a:srgbClr val="194BAF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550A-ADEB-9F76-6514-97A18BF58A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654" y="1516063"/>
            <a:ext cx="8904413" cy="247986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[Click to add 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2AA45-CE69-1543-EB6E-34FEAF46C0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656" y="4194938"/>
            <a:ext cx="7490185" cy="838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[Click to add presenter(s) / additional information</a:t>
            </a:r>
          </a:p>
        </p:txBody>
      </p:sp>
      <p:sp>
        <p:nvSpPr>
          <p:cNvPr id="7" name="Flowchart: Data 1">
            <a:extLst>
              <a:ext uri="{FF2B5EF4-FFF2-40B4-BE49-F238E27FC236}">
                <a16:creationId xmlns:a16="http://schemas.microsoft.com/office/drawing/2014/main" id="{CDFEBD10-5876-1CC1-BCDC-2A5A79DDB18A}"/>
              </a:ext>
            </a:extLst>
          </p:cNvPr>
          <p:cNvSpPr/>
          <p:nvPr userDrawn="1"/>
        </p:nvSpPr>
        <p:spPr>
          <a:xfrm>
            <a:off x="0" y="6171117"/>
            <a:ext cx="7966841" cy="692078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505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48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61 h 10061"/>
              <a:gd name="connsiteX1" fmla="*/ 7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  <a:gd name="connsiteX0" fmla="*/ 0 w 10000"/>
              <a:gd name="connsiteY0" fmla="*/ 10061 h 10061"/>
              <a:gd name="connsiteX1" fmla="*/ 0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61">
                <a:moveTo>
                  <a:pt x="0" y="10061"/>
                </a:moveTo>
                <a:cubicBezTo>
                  <a:pt x="2" y="6707"/>
                  <a:pt x="-2" y="3354"/>
                  <a:pt x="0" y="0"/>
                </a:cubicBezTo>
                <a:lnTo>
                  <a:pt x="10000" y="61"/>
                </a:lnTo>
                <a:cubicBezTo>
                  <a:pt x="9827" y="3394"/>
                  <a:pt x="9653" y="6728"/>
                  <a:pt x="9480" y="10061"/>
                </a:cubicBezTo>
                <a:lnTo>
                  <a:pt x="0" y="1006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26B80FF-FFC9-B88C-2407-E49DE248C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656" y="6291533"/>
            <a:ext cx="7048332" cy="4683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2"/>
                </a:solidFill>
              </a:defRPr>
            </a:lvl1pPr>
            <a:lvl2pPr marL="322119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[Click to add date]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5AFA447-1F66-B09B-24F5-FE5099D1E9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489339" y="769607"/>
            <a:ext cx="2555236" cy="528140"/>
          </a:xfrm>
          <a:prstGeom prst="rect">
            <a:avLst/>
          </a:prstGeom>
        </p:spPr>
      </p:pic>
      <p:pic>
        <p:nvPicPr>
          <p:cNvPr id="10" name="Picture 9" descr="A blue and green square with a black background&#10;&#10;AI-generated content may be incorrect.">
            <a:extLst>
              <a:ext uri="{FF2B5EF4-FFF2-40B4-BE49-F238E27FC236}">
                <a16:creationId xmlns:a16="http://schemas.microsoft.com/office/drawing/2014/main" id="{20BAD416-7EDB-1D4E-BF7E-F724FDC37C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655166" y="-5"/>
            <a:ext cx="4536831" cy="61711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CE61AB-3E5E-FE38-DECF-98D2D1B5078F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500634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BE17-4DD2-21E2-ABA7-F6D42817C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6C06-FE3D-7FF2-EB7C-5634980811A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B826-F1E9-CC76-5882-399D0C4D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3A01-719B-4C77-9AB3-44DC87CD8750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6FC7B-AA7F-C4DA-68AF-77C141A1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789C-6C5B-D210-1D9B-F5B607AE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11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Gradi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1A67A7-1315-DDFC-BD48-0B6A9585B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87B219-73F4-5E7E-8701-E6715A25DCF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655" y="1524001"/>
            <a:ext cx="11235446" cy="4652963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3F1B3-A386-7F0E-0890-E1D961E77AC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6F18ED-1E40-4E77-AE3B-CE1E57CCF8F2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17164-773A-DB86-A55B-D37CF940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12BC-2C1C-6CB6-88D2-FFB242609C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76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03FABD-CD21-60B1-9757-85F6486A25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5" y="1668780"/>
            <a:ext cx="5523692" cy="468630"/>
          </a:xfrm>
          <a:custGeom>
            <a:avLst/>
            <a:gdLst>
              <a:gd name="connsiteX0" fmla="*/ 5523692 w 5523692"/>
              <a:gd name="connsiteY0" fmla="*/ 0 h 468630"/>
              <a:gd name="connsiteX1" fmla="*/ 5373325 w 5523692"/>
              <a:gd name="connsiteY1" fmla="*/ 468630 h 468630"/>
              <a:gd name="connsiteX2" fmla="*/ 0 w 5523692"/>
              <a:gd name="connsiteY2" fmla="*/ 468630 h 468630"/>
              <a:gd name="connsiteX3" fmla="*/ 154970 w 5523692"/>
              <a:gd name="connsiteY3" fmla="*/ 4434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3692" h="468630">
                <a:moveTo>
                  <a:pt x="5523692" y="0"/>
                </a:moveTo>
                <a:lnTo>
                  <a:pt x="5373325" y="468630"/>
                </a:lnTo>
                <a:lnTo>
                  <a:pt x="0" y="468630"/>
                </a:lnTo>
                <a:lnTo>
                  <a:pt x="154970" y="443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EBDD1E-0E08-AD11-A5D6-7F16510CB4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652" y="1668782"/>
            <a:ext cx="5566056" cy="468629"/>
          </a:xfrm>
          <a:custGeom>
            <a:avLst/>
            <a:gdLst>
              <a:gd name="connsiteX0" fmla="*/ 5566056 w 5566056"/>
              <a:gd name="connsiteY0" fmla="*/ 0 h 468629"/>
              <a:gd name="connsiteX1" fmla="*/ 5566056 w 5566056"/>
              <a:gd name="connsiteY1" fmla="*/ 1957 h 468629"/>
              <a:gd name="connsiteX2" fmla="*/ 5415151 w 5566056"/>
              <a:gd name="connsiteY2" fmla="*/ 468629 h 468629"/>
              <a:gd name="connsiteX3" fmla="*/ 0 w 5566056"/>
              <a:gd name="connsiteY3" fmla="*/ 468629 h 468629"/>
              <a:gd name="connsiteX4" fmla="*/ 156177 w 5566056"/>
              <a:gd name="connsiteY4" fmla="*/ 4433 h 46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6056" h="468629">
                <a:moveTo>
                  <a:pt x="5566056" y="0"/>
                </a:moveTo>
                <a:lnTo>
                  <a:pt x="5566056" y="1957"/>
                </a:lnTo>
                <a:lnTo>
                  <a:pt x="5415151" y="468629"/>
                </a:lnTo>
                <a:lnTo>
                  <a:pt x="0" y="468629"/>
                </a:lnTo>
                <a:lnTo>
                  <a:pt x="156177" y="443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D1F947-391B-EFDA-064E-BBCB0C4B3E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5B2065A5-0501-71A5-6865-16313585C46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6D1D1753-B697-6872-6AAC-C3F5065F21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2423160"/>
            <a:ext cx="5491163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456E6-C9F8-EB08-FC0E-688C654B7E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6EA2-C518-4BA2-90F9-CC96ACB48612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DD683-D36E-BBE3-032D-479DF1F5BE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AA8F-5BBE-3043-38DC-D77CC77F6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368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E31F058-58D4-9FB8-17AA-631FAC0CC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4" name="Text Placeholder 8">
            <a:extLst>
              <a:ext uri="{FF2B5EF4-FFF2-40B4-BE49-F238E27FC236}">
                <a16:creationId xmlns:a16="http://schemas.microsoft.com/office/drawing/2014/main" id="{492887F5-EF1F-272E-FB34-BA69B90462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3604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5" name="Text Placeholder 8">
            <a:extLst>
              <a:ext uri="{FF2B5EF4-FFF2-40B4-BE49-F238E27FC236}">
                <a16:creationId xmlns:a16="http://schemas.microsoft.com/office/drawing/2014/main" id="{564EC78A-D51E-5C6F-ACCA-134C6A5150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0552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B4C94-6EA7-DE45-1C16-2CCEA06C8B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957837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819557-D63E-D522-FE8D-9A882FD58D1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6250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515BE0D-3FE0-81D8-E804-DD817A274BD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63603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93FA459-11BC-1515-3D4A-4228DB1724E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50552" y="2420041"/>
            <a:ext cx="3465576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</a:t>
            </a:r>
          </a:p>
          <a:p>
            <a:pPr lvl="1"/>
            <a:r>
              <a:rPr lang="en-US" dirty="0"/>
              <a:t>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42593-B66A-4A19-6EB5-C3F2B221EC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5378917-B1FF-4A52-ACCF-13C7FBC5D5A7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BC2C2-2075-4509-CFB8-D95D387DC1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7017B-A31B-B1C8-AE07-128E68E7DC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74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AF4454A-1163-CE8E-4E2D-40F6881C06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1AF78D1-7BAB-FEED-2642-42C2144FFD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3890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0AC1CC4-892B-E235-81BC-15D3794CBC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1124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3CE6D06-3DFB-168E-C0A9-346CE30CE1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8358" y="1668780"/>
            <a:ext cx="2723744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25A77-EF19-12B0-4EAC-BAF6B7551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90E520C-6300-A004-5B71-126677B05D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76250" y="2423160"/>
            <a:ext cx="2724912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CF236D1-0DF4-3035-C73A-F9A9040A869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13890" y="2423160"/>
            <a:ext cx="2724912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259B2F7-833F-913F-3D86-0A2CD0FE09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51124" y="2423160"/>
            <a:ext cx="2724912" cy="371072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7AB11C0-522F-735B-4F7B-548C5EDF138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988425" y="2423160"/>
            <a:ext cx="2724150" cy="37553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39EF4-C5BA-104F-0DB1-5E2FE18CF6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AE328AB-B028-465F-AC96-3659E34BD48A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93D47C-142E-1783-338B-CCCE4F0C9B0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4851-5D1E-CEC5-CC15-B0037137CDB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206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8FF9-0F40-03E3-AB81-670EE4DC8D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6249" y="1610971"/>
            <a:ext cx="11235445" cy="45675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A5674-AC82-48D2-CB56-30149CAAA51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6250" y="1074746"/>
            <a:ext cx="11237913" cy="441318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[Click to insert sub-title]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6AEB8-859C-3468-157B-0DA4DCF1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F2489-D6F9-464E-9691-CACD1332E96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5BE91-A7B7-5BB3-1DE7-D51060E9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225DB-0EB7-DBFF-C8D2-4E13592C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3FAAD8E-C9DA-9608-2773-4008E9AD8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709621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50851886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Centered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C959D-9680-FE78-4473-B5F8D0FA55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4341A-43FC-3C91-6B52-92D3D468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C6C8-CCCA-4CB3-BE26-D2B6E010B6E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4CDCB-ED3C-A358-FAF5-DC2C5A25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5916B-0D54-1F63-4477-62ADD91F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25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67EE46-232A-3E52-B735-BB1BF31C5BCE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0B89E-CAC6-8690-FBAA-7E5EA3674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4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7326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- Agenda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96E2-7169-ABF7-F483-D151455C9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92" y="1516063"/>
            <a:ext cx="3088849" cy="20859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[Add “Topic” or “Agenda”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58160-6325-1B29-F816-40A0279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336EB-F901-427F-9B57-A9CF410E8151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384C5-875E-04B9-FBD8-E2BF420D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EFD6F9-3401-A04B-30FD-21C8EA0366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22713" y="1516063"/>
            <a:ext cx="7786687" cy="466248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/>
            </a:lvl1pPr>
            <a:lvl2pPr marL="227013" indent="0">
              <a:buFont typeface="Arial" panose="020B0604020202020204" pitchFamily="34" charset="0"/>
              <a:buChar char="​"/>
              <a:defRPr>
                <a:solidFill>
                  <a:schemeClr val="accent1"/>
                </a:solidFill>
              </a:defRPr>
            </a:lvl2pPr>
            <a:lvl3pPr marL="227013" indent="0">
              <a:buFont typeface="Arial" panose="020B0604020202020204" pitchFamily="34" charset="0"/>
              <a:buChar char="​"/>
              <a:defRPr/>
            </a:lvl3pPr>
            <a:lvl4pPr marL="227013" indent="0">
              <a:buFont typeface="Arial" panose="020B0604020202020204" pitchFamily="34" charset="0"/>
              <a:buChar char="​"/>
              <a:defRPr/>
            </a:lvl4pPr>
            <a:lvl5pPr marL="227013" indent="0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[Insert Section Title] use “Enter” + “Tab” to add [Section text] and Shift + Tab to add additional [Section Titles]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359583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- Agenda Rule of 3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96E2-7169-ABF7-F483-D151455C9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92" y="1516063"/>
            <a:ext cx="3088849" cy="20859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[Add “Topic” or “Agenda”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58160-6325-1B29-F816-40A0279B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16879-8F44-4F1D-B8EC-BA7990485DE1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384C5-875E-04B9-FBD8-E2BF420D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4366B-A351-D8CE-6E84-D05D4ACB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A23D2E-F131-6200-6FB2-C55A5D6778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5662" y="1516063"/>
            <a:ext cx="7036338" cy="1026357"/>
          </a:xfrm>
          <a:custGeom>
            <a:avLst/>
            <a:gdLst>
              <a:gd name="connsiteX0" fmla="*/ 573671 w 7036338"/>
              <a:gd name="connsiteY0" fmla="*/ 0 h 1026357"/>
              <a:gd name="connsiteX1" fmla="*/ 7036338 w 7036338"/>
              <a:gd name="connsiteY1" fmla="*/ 0 h 1026357"/>
              <a:gd name="connsiteX2" fmla="*/ 7036338 w 7036338"/>
              <a:gd name="connsiteY2" fmla="*/ 1026357 h 1026357"/>
              <a:gd name="connsiteX3" fmla="*/ 0 w 7036338"/>
              <a:gd name="connsiteY3" fmla="*/ 1026357 h 1026357"/>
              <a:gd name="connsiteX4" fmla="*/ 0 w 7036338"/>
              <a:gd name="connsiteY4" fmla="*/ 1026355 h 102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6338" h="1026357">
                <a:moveTo>
                  <a:pt x="573671" y="0"/>
                </a:moveTo>
                <a:lnTo>
                  <a:pt x="7036338" y="0"/>
                </a:lnTo>
                <a:lnTo>
                  <a:pt x="7036338" y="1026357"/>
                </a:lnTo>
                <a:lnTo>
                  <a:pt x="0" y="1026357"/>
                </a:lnTo>
                <a:lnTo>
                  <a:pt x="0" y="1026355"/>
                </a:lnTo>
                <a:close/>
              </a:path>
            </a:pathLst>
          </a:custGeom>
          <a:gradFill>
            <a:gsLst>
              <a:gs pos="78000">
                <a:schemeClr val="accent1">
                  <a:alpha val="2000"/>
                  <a:lumMod val="100000"/>
                </a:schemeClr>
              </a:gs>
              <a:gs pos="25000">
                <a:schemeClr val="accent1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98000">
                <a:schemeClr val="accent1">
                  <a:lumMod val="40000"/>
                  <a:lumOff val="60000"/>
                  <a:alpha val="15000"/>
                </a:schemeClr>
              </a:gs>
              <a:gs pos="0">
                <a:schemeClr val="accent1">
                  <a:lumMod val="40000"/>
                  <a:lumOff val="60000"/>
                  <a:alpha val="15000"/>
                </a:schemeClr>
              </a:gs>
            </a:gsLst>
            <a:lin ang="7200000" scaled="0"/>
          </a:gradFill>
          <a:ln>
            <a:solidFill>
              <a:schemeClr val="accent1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7FFF128-6218-4F59-C6BD-28511E9870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7778" y="2953926"/>
            <a:ext cx="7864222" cy="1026356"/>
          </a:xfrm>
          <a:custGeom>
            <a:avLst/>
            <a:gdLst>
              <a:gd name="connsiteX0" fmla="*/ 573672 w 7864222"/>
              <a:gd name="connsiteY0" fmla="*/ 0 h 1026356"/>
              <a:gd name="connsiteX1" fmla="*/ 7864222 w 7864222"/>
              <a:gd name="connsiteY1" fmla="*/ 0 h 1026356"/>
              <a:gd name="connsiteX2" fmla="*/ 7864222 w 7864222"/>
              <a:gd name="connsiteY2" fmla="*/ 1026356 h 1026356"/>
              <a:gd name="connsiteX3" fmla="*/ 0 w 7864222"/>
              <a:gd name="connsiteY3" fmla="*/ 1026356 h 102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4222" h="1026356">
                <a:moveTo>
                  <a:pt x="573672" y="0"/>
                </a:moveTo>
                <a:lnTo>
                  <a:pt x="7864222" y="0"/>
                </a:lnTo>
                <a:lnTo>
                  <a:pt x="7864222" y="1026356"/>
                </a:lnTo>
                <a:lnTo>
                  <a:pt x="0" y="1026356"/>
                </a:lnTo>
                <a:close/>
              </a:path>
            </a:pathLst>
          </a:custGeom>
          <a:gradFill>
            <a:gsLst>
              <a:gs pos="78000">
                <a:schemeClr val="accent3">
                  <a:alpha val="2000"/>
                </a:schemeClr>
              </a:gs>
              <a:gs pos="25000">
                <a:schemeClr val="accent3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3">
                  <a:lumMod val="50000"/>
                  <a:alpha val="0"/>
                </a:schemeClr>
              </a:gs>
              <a:gs pos="98000">
                <a:schemeClr val="accent3">
                  <a:lumMod val="40000"/>
                  <a:lumOff val="60000"/>
                  <a:alpha val="15000"/>
                </a:schemeClr>
              </a:gs>
              <a:gs pos="0">
                <a:schemeClr val="accent3">
                  <a:lumMod val="40000"/>
                  <a:lumOff val="60000"/>
                  <a:alpha val="15000"/>
                </a:schemeClr>
              </a:gs>
            </a:gsLst>
            <a:lin ang="7200000" scaled="0"/>
          </a:gradFill>
          <a:ln>
            <a:solidFill>
              <a:schemeClr val="accent3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Point 2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81BE19B-73A3-90C9-901F-3D46C9F1A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21593" y="4391788"/>
            <a:ext cx="8670409" cy="1026357"/>
          </a:xfrm>
          <a:custGeom>
            <a:avLst/>
            <a:gdLst>
              <a:gd name="connsiteX0" fmla="*/ 573672 w 8670409"/>
              <a:gd name="connsiteY0" fmla="*/ 0 h 1026357"/>
              <a:gd name="connsiteX1" fmla="*/ 8670409 w 8670409"/>
              <a:gd name="connsiteY1" fmla="*/ 0 h 1026357"/>
              <a:gd name="connsiteX2" fmla="*/ 8670409 w 8670409"/>
              <a:gd name="connsiteY2" fmla="*/ 1026357 h 1026357"/>
              <a:gd name="connsiteX3" fmla="*/ 0 w 8670409"/>
              <a:gd name="connsiteY3" fmla="*/ 1026357 h 102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70409" h="1026357">
                <a:moveTo>
                  <a:pt x="573672" y="0"/>
                </a:moveTo>
                <a:lnTo>
                  <a:pt x="8670409" y="0"/>
                </a:lnTo>
                <a:lnTo>
                  <a:pt x="8670409" y="1026357"/>
                </a:lnTo>
                <a:lnTo>
                  <a:pt x="0" y="1026357"/>
                </a:lnTo>
                <a:close/>
              </a:path>
            </a:pathLst>
          </a:custGeom>
          <a:gradFill>
            <a:gsLst>
              <a:gs pos="78000">
                <a:schemeClr val="accent2">
                  <a:alpha val="2000"/>
                </a:schemeClr>
              </a:gs>
              <a:gs pos="25000">
                <a:schemeClr val="accent2">
                  <a:alpha val="2000"/>
                </a:schemeClr>
              </a:gs>
              <a:gs pos="52000">
                <a:schemeClr val="accent1">
                  <a:lumMod val="50000"/>
                  <a:alpha val="0"/>
                </a:schemeClr>
              </a:gs>
              <a:gs pos="52000">
                <a:schemeClr val="accent2">
                  <a:lumMod val="50000"/>
                  <a:alpha val="0"/>
                </a:schemeClr>
              </a:gs>
              <a:gs pos="98000">
                <a:schemeClr val="accent2">
                  <a:lumMod val="40000"/>
                  <a:lumOff val="60000"/>
                  <a:alpha val="15000"/>
                </a:schemeClr>
              </a:gs>
              <a:gs pos="0">
                <a:schemeClr val="accent2">
                  <a:alpha val="15000"/>
                  <a:lumMod val="40000"/>
                  <a:lumOff val="60000"/>
                </a:schemeClr>
              </a:gs>
            </a:gsLst>
            <a:lin ang="7200000" scaled="0"/>
          </a:gradFill>
          <a:ln>
            <a:solidFill>
              <a:schemeClr val="accent2"/>
            </a:solidFill>
          </a:ln>
        </p:spPr>
        <p:txBody>
          <a:bodyPr wrap="square" lIns="914400" anchor="ctr">
            <a:no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FontTx/>
              <a:buNone/>
              <a:defRPr sz="2400" b="0" spc="1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Aft>
                <a:spcPts val="600"/>
              </a:spcAft>
              <a:buFontTx/>
              <a:buNone/>
              <a:defRPr sz="2000" spc="100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Point 3</a:t>
            </a:r>
          </a:p>
        </p:txBody>
      </p:sp>
    </p:spTree>
    <p:extLst>
      <p:ext uri="{BB962C8B-B14F-4D97-AF65-F5344CB8AC3E}">
        <p14:creationId xmlns:p14="http://schemas.microsoft.com/office/powerpoint/2010/main" val="4693936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10B838-9AD3-ACBC-770B-D178859923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66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1CFA1C-2FEE-7AAB-EC6C-B7FE79E6F785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84388478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C855A-1C78-B957-14AF-0BB531C55E6F}"/>
              </a:ext>
            </a:extLst>
          </p:cNvPr>
          <p:cNvSpPr/>
          <p:nvPr userDrawn="1"/>
        </p:nvSpPr>
        <p:spPr>
          <a:xfrm>
            <a:off x="-1" y="0"/>
            <a:ext cx="523076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AAA146C-07E7-5361-D611-1DEC56D0DDC3}"/>
              </a:ext>
            </a:extLst>
          </p:cNvPr>
          <p:cNvPicPr/>
          <p:nvPr userDrawn="1"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5193782" y="-140216"/>
            <a:ext cx="6858001" cy="71384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EFFA-2FDA-EB0D-D63A-AA186DDB76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104E88-FBC2-4FF5-9527-0F8114BC36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F4A9C-39A1-1B98-55A2-9B6DF20A26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DF4A91-8807-4DDE-6B2C-57576C49F7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767DB72-6C18-5743-E515-D519277B2F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0100"/>
            <a:ext cx="4228210" cy="4106112"/>
          </a:xfrm>
        </p:spPr>
        <p:txBody>
          <a:bodyPr anchor="t"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2D107FA7-14F0-A1BA-8480-FB6459C0C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6"/>
            <a:ext cx="4227805" cy="1594908"/>
          </a:xfrm>
        </p:spPr>
        <p:txBody>
          <a:bodyPr anchor="b"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518662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C855A-1C78-B957-14AF-0BB531C55E6F}"/>
              </a:ext>
            </a:extLst>
          </p:cNvPr>
          <p:cNvSpPr/>
          <p:nvPr userDrawn="1"/>
        </p:nvSpPr>
        <p:spPr>
          <a:xfrm>
            <a:off x="-2270" y="0"/>
            <a:ext cx="523076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AAA146C-07E7-5361-D611-1DEC56D0DDC3}"/>
              </a:ext>
            </a:extLst>
          </p:cNvPr>
          <p:cNvPicPr/>
          <p:nvPr userDrawn="1"/>
        </p:nvPicPr>
        <p:blipFill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5193782" y="-140216"/>
            <a:ext cx="6858001" cy="7138435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4106CA-AE4C-040A-4A7C-A48C110268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0100"/>
            <a:ext cx="4228210" cy="4106112"/>
          </a:xfrm>
        </p:spPr>
        <p:txBody>
          <a:bodyPr anchor="t"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927CA-F8FC-6ADA-C778-5D7A63BA28EC}"/>
              </a:ext>
            </a:extLst>
          </p:cNvPr>
          <p:cNvSpPr/>
          <p:nvPr userDrawn="1"/>
        </p:nvSpPr>
        <p:spPr>
          <a:xfrm>
            <a:off x="5228492" y="0"/>
            <a:ext cx="3481754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2A922-970E-4334-9098-3449F52F93D7}"/>
              </a:ext>
            </a:extLst>
          </p:cNvPr>
          <p:cNvSpPr/>
          <p:nvPr userDrawn="1"/>
        </p:nvSpPr>
        <p:spPr>
          <a:xfrm>
            <a:off x="8722603" y="3434862"/>
            <a:ext cx="3469397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+mn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506701-8C8C-6375-5A09-2BAFA4AAD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6"/>
            <a:ext cx="4227805" cy="1594908"/>
          </a:xfrm>
        </p:spPr>
        <p:txBody>
          <a:bodyPr anchor="b"/>
          <a:lstStyle/>
          <a:p>
            <a:r>
              <a:rPr lang="en-US" dirty="0"/>
              <a:t>[Add headline]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732BDA-EEA5-23EB-1F28-1B76BBE1D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75634" y="365124"/>
            <a:ext cx="2787470" cy="1412875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accent3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A3FB8BE-3A17-A306-56D6-8F5666289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63567" y="3861064"/>
            <a:ext cx="2787470" cy="1412875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accent3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C14A42-6BEE-3956-BB19-6766204F0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5634" y="1811338"/>
            <a:ext cx="2788920" cy="896141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bg2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C81DBDE-19CA-58B2-D404-73D709542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3567" y="5314159"/>
            <a:ext cx="2788920" cy="896141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bg2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1C1F34E-1624-E43B-DE48-D69E5B9D74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D4706CC-E16E-2B52-8AF0-D567367E40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875158-9AA4-4B38-83B3-B0EA503225DD}" type="datetime1">
              <a:rPr lang="en-US" smtClean="0"/>
              <a:t>9/2/2026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807C7BE-35F6-A468-E0F6-361F76B07F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8C72AB-9B03-61B5-900B-A7D86F68EA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53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ivider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F6778-DB2B-4F76-AE64-5C8D7524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ABFA-5A1F-43D5-A039-E2E4C173324A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910E5-354E-5D90-36FB-497F4219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8445A-B4F6-F205-3B4C-1DC3FF5C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CD4BEE-C309-9E90-E2C2-5E8AF80D37D6}"/>
              </a:ext>
            </a:extLst>
          </p:cNvPr>
          <p:cNvGrpSpPr/>
          <p:nvPr userDrawn="1"/>
        </p:nvGrpSpPr>
        <p:grpSpPr>
          <a:xfrm>
            <a:off x="0" y="3531894"/>
            <a:ext cx="12192000" cy="155275"/>
            <a:chOff x="0" y="3358702"/>
            <a:chExt cx="12192000" cy="155275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7F5E2EA2-B89A-1DCC-1138-F6FC67D2C6EF}"/>
                </a:ext>
              </a:extLst>
            </p:cNvPr>
            <p:cNvSpPr/>
            <p:nvPr userDrawn="1"/>
          </p:nvSpPr>
          <p:spPr>
            <a:xfrm>
              <a:off x="1742535" y="3358702"/>
              <a:ext cx="8551653" cy="155275"/>
            </a:xfrm>
            <a:prstGeom prst="parallelogram">
              <a:avLst>
                <a:gd name="adj" fmla="val 16203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671E10-3B55-8A30-932D-6403C5FD7016}"/>
                </a:ext>
              </a:extLst>
            </p:cNvPr>
            <p:cNvSpPr/>
            <p:nvPr userDrawn="1"/>
          </p:nvSpPr>
          <p:spPr>
            <a:xfrm>
              <a:off x="10242429" y="3358702"/>
              <a:ext cx="1949571" cy="155275"/>
            </a:xfrm>
            <a:custGeom>
              <a:avLst/>
              <a:gdLst>
                <a:gd name="connsiteX0" fmla="*/ 251605 w 1949571"/>
                <a:gd name="connsiteY0" fmla="*/ 0 h 155275"/>
                <a:gd name="connsiteX1" fmla="*/ 1949571 w 1949571"/>
                <a:gd name="connsiteY1" fmla="*/ 0 h 155275"/>
                <a:gd name="connsiteX2" fmla="*/ 1949571 w 1949571"/>
                <a:gd name="connsiteY2" fmla="*/ 155275 h 155275"/>
                <a:gd name="connsiteX3" fmla="*/ 0 w 1949571"/>
                <a:gd name="connsiteY3" fmla="*/ 155275 h 15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571" h="155275">
                  <a:moveTo>
                    <a:pt x="251605" y="0"/>
                  </a:moveTo>
                  <a:lnTo>
                    <a:pt x="1949571" y="0"/>
                  </a:lnTo>
                  <a:lnTo>
                    <a:pt x="1949571" y="155275"/>
                  </a:lnTo>
                  <a:lnTo>
                    <a:pt x="0" y="15527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C040BD0-79D6-B120-9695-DD90A2BD0946}"/>
                </a:ext>
              </a:extLst>
            </p:cNvPr>
            <p:cNvSpPr/>
            <p:nvPr userDrawn="1"/>
          </p:nvSpPr>
          <p:spPr>
            <a:xfrm>
              <a:off x="0" y="3358702"/>
              <a:ext cx="1794294" cy="155275"/>
            </a:xfrm>
            <a:custGeom>
              <a:avLst/>
              <a:gdLst>
                <a:gd name="connsiteX0" fmla="*/ 0 w 1794294"/>
                <a:gd name="connsiteY0" fmla="*/ 0 h 155275"/>
                <a:gd name="connsiteX1" fmla="*/ 1794294 w 1794294"/>
                <a:gd name="connsiteY1" fmla="*/ 0 h 155275"/>
                <a:gd name="connsiteX2" fmla="*/ 1542689 w 1794294"/>
                <a:gd name="connsiteY2" fmla="*/ 155275 h 155275"/>
                <a:gd name="connsiteX3" fmla="*/ 0 w 1794294"/>
                <a:gd name="connsiteY3" fmla="*/ 155275 h 15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4294" h="155275">
                  <a:moveTo>
                    <a:pt x="0" y="0"/>
                  </a:moveTo>
                  <a:lnTo>
                    <a:pt x="1794294" y="0"/>
                  </a:lnTo>
                  <a:lnTo>
                    <a:pt x="1542689" y="155275"/>
                  </a:lnTo>
                  <a:lnTo>
                    <a:pt x="0" y="1552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9DEC55-7530-CC8B-C81A-424CE013C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655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566E1A-3A04-0EFD-2776-5495A49B66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9403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A06219F-3F8C-61A5-066E-284B76F9C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337" y="2522946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04C65920-5C0A-D44C-B74D-40724006A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9085" y="2487808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ECAF716-9186-7013-95EB-FC43B45136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3839" y="1532536"/>
            <a:ext cx="3248954" cy="856150"/>
          </a:xfrm>
        </p:spPr>
        <p:txBody>
          <a:bodyPr anchor="b"/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accent3"/>
                </a:solidFill>
              </a:defRPr>
            </a:lvl2pPr>
            <a:lvl3pPr marL="0" indent="0">
              <a:buNone/>
              <a:defRPr>
                <a:solidFill>
                  <a:schemeClr val="accent3"/>
                </a:solidFill>
              </a:defRPr>
            </a:lvl3pPr>
            <a:lvl4pPr marL="0" indent="0">
              <a:buNone/>
              <a:defRPr>
                <a:solidFill>
                  <a:schemeClr val="accent3"/>
                </a:solidFill>
              </a:defRPr>
            </a:lvl4pPr>
            <a:lvl5pPr marL="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391D61-14BB-4E1B-BB35-85FD41AF32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63521" y="2487808"/>
            <a:ext cx="3250642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text]</a:t>
            </a:r>
          </a:p>
          <a:p>
            <a:pPr lvl="1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9C13C83-BC17-2A63-85DB-FD0711A292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250" y="4043939"/>
            <a:ext cx="11237913" cy="2100522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F3403-622E-E360-CCFD-D3347F2C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335527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een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F6C-4E8C-426D-3E0F-314F23F012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9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CD2D641-DFB5-4EFA-B7E4-A411AE32F1D8}" type="datetime1">
              <a:rPr lang="en-US" smtClean="0"/>
              <a:t>9/2/2026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412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F4212EC-B805-0520-6DEE-0143324737FC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8DB5D0B-59D9-C7D1-52C1-8D96EAE8F1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F1B516-459B-72C0-268C-C1E1A26E94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33FFA11-BADF-470C-AFB3-23E95943D48B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FEDDB-0903-717A-6483-FF4A6B5BE8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FCC9F7-1119-C177-F2AE-961D2AF871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0036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urple 1">
    <p:bg>
      <p:bgPr>
        <a:gradFill flip="none" rotWithShape="1">
          <a:gsLst>
            <a:gs pos="0">
              <a:srgbClr val="09287E"/>
            </a:gs>
            <a:gs pos="87000">
              <a:srgbClr val="02062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7C0A1A-50AE-E3D4-BB16-8788BDBB9443}"/>
              </a:ext>
            </a:extLst>
          </p:cNvPr>
          <p:cNvSpPr/>
          <p:nvPr userDrawn="1"/>
        </p:nvSpPr>
        <p:spPr>
          <a:xfrm>
            <a:off x="3475110" y="0"/>
            <a:ext cx="8716890" cy="6858001"/>
          </a:xfrm>
          <a:custGeom>
            <a:avLst/>
            <a:gdLst>
              <a:gd name="connsiteX0" fmla="*/ 7712651 w 8716890"/>
              <a:gd name="connsiteY0" fmla="*/ 4550002 h 6858001"/>
              <a:gd name="connsiteX1" fmla="*/ 8716890 w 8716890"/>
              <a:gd name="connsiteY1" fmla="*/ 4550002 h 6858001"/>
              <a:gd name="connsiteX2" fmla="*/ 8716890 w 8716890"/>
              <a:gd name="connsiteY2" fmla="*/ 6858001 h 6858001"/>
              <a:gd name="connsiteX3" fmla="*/ 6410270 w 8716890"/>
              <a:gd name="connsiteY3" fmla="*/ 6858001 h 6858001"/>
              <a:gd name="connsiteX4" fmla="*/ 1302380 w 8716890"/>
              <a:gd name="connsiteY4" fmla="*/ 4550002 h 6858001"/>
              <a:gd name="connsiteX5" fmla="*/ 4485297 w 8716890"/>
              <a:gd name="connsiteY5" fmla="*/ 4550002 h 6858001"/>
              <a:gd name="connsiteX6" fmla="*/ 3182916 w 8716890"/>
              <a:gd name="connsiteY6" fmla="*/ 6858001 h 6858001"/>
              <a:gd name="connsiteX7" fmla="*/ 0 w 8716890"/>
              <a:gd name="connsiteY7" fmla="*/ 6858001 h 6858001"/>
              <a:gd name="connsiteX8" fmla="*/ 7052819 w 8716890"/>
              <a:gd name="connsiteY8" fmla="*/ 0 h 6858001"/>
              <a:gd name="connsiteX9" fmla="*/ 8716890 w 8716890"/>
              <a:gd name="connsiteY9" fmla="*/ 0 h 6858001"/>
              <a:gd name="connsiteX10" fmla="*/ 8716890 w 8716890"/>
              <a:gd name="connsiteY10" fmla="*/ 2756296 h 6858001"/>
              <a:gd name="connsiteX11" fmla="*/ 7704719 w 8716890"/>
              <a:gd name="connsiteY11" fmla="*/ 4550003 h 6858001"/>
              <a:gd name="connsiteX12" fmla="*/ 4485297 w 8716890"/>
              <a:gd name="connsiteY12" fmla="*/ 455000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16890" h="6858001">
                <a:moveTo>
                  <a:pt x="7712651" y="4550002"/>
                </a:moveTo>
                <a:lnTo>
                  <a:pt x="8716890" y="4550002"/>
                </a:lnTo>
                <a:lnTo>
                  <a:pt x="8716890" y="6858001"/>
                </a:lnTo>
                <a:lnTo>
                  <a:pt x="6410270" y="6858001"/>
                </a:lnTo>
                <a:close/>
                <a:moveTo>
                  <a:pt x="1302380" y="4550002"/>
                </a:moveTo>
                <a:lnTo>
                  <a:pt x="4485297" y="4550002"/>
                </a:lnTo>
                <a:lnTo>
                  <a:pt x="3182916" y="6858001"/>
                </a:lnTo>
                <a:lnTo>
                  <a:pt x="0" y="6858001"/>
                </a:lnTo>
                <a:close/>
                <a:moveTo>
                  <a:pt x="7052819" y="0"/>
                </a:moveTo>
                <a:lnTo>
                  <a:pt x="8716890" y="0"/>
                </a:lnTo>
                <a:lnTo>
                  <a:pt x="8716890" y="2756296"/>
                </a:lnTo>
                <a:lnTo>
                  <a:pt x="7704719" y="4550003"/>
                </a:lnTo>
                <a:lnTo>
                  <a:pt x="4485297" y="4550003"/>
                </a:lnTo>
                <a:close/>
              </a:path>
            </a:pathLst>
          </a:custGeom>
          <a:gradFill flip="none" rotWithShape="1">
            <a:gsLst>
              <a:gs pos="49503">
                <a:srgbClr val="3922A3"/>
              </a:gs>
              <a:gs pos="0">
                <a:srgbClr val="381E98"/>
              </a:gs>
              <a:gs pos="87000">
                <a:srgbClr val="3923A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C2F47-B543-2F83-D3D6-51AD7D9E7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4C1C90-6E9C-9F6A-DC75-A8F5684C4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5CD6-EA31-AE16-C5E1-146E4F5CC4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6966CF-BCAC-429A-8A83-18F4E85F296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104B7-BD34-CB71-7A75-010E5C65E1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E6C7-CC71-388B-9DEE-8685E5C29B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1EE24C-4600-2C6E-960C-128E2FA87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89856064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urple 2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68B634-D11C-ADC4-4345-FC668F34D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1167FD-296B-A8F6-47B6-4EC870DC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25109-7BAF-CB3E-6D85-5C9D3617B8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FEEAC10-2098-4609-A859-E5B2DF18BC38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61E541-1D1C-5928-0D61-F060A3B33C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768B02-DA7F-2436-1E35-18D5C18A53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B3314-AA8A-BCDE-A647-942AD20FC6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192853436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 Yellow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0713A53-A0D1-70E4-8C64-2EA20E93C6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193588D-AEA4-3A47-D5A6-218274185B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1D5879-576A-2025-CBAF-AE4720A00F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0ECB097-7DB8-40FF-AFDF-3AB3CDF9AE08}" type="datetime1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1A5BA77-927D-A9D8-6EFC-AE6A7EC98E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0D9E6-5729-106E-F1D9-EAFF2850DC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61DBB9-1A89-CD4C-AD4C-BE27EE3AF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150932742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938E90-5453-8E94-81BA-AFB01A8A68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AD0CD-2E0C-4778-7120-5B8FFF00EB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3DBDF4-D595-E593-0874-C4847D8A79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68BD01-ABA7-9ECF-84C1-5E992E8A2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365413558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54FF19-C4C4-0ABE-AB08-5F42CBE2F1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9B3DC8-29FD-C978-BDA7-DF8A6DCA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C279942-F9D4-016B-6FAA-6A6F510A5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810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0434B-0DD2-FB6D-FA20-97526AC93F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20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8CF8199-1460-0F7E-2914-3B2B88FAAC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CFB14B9-502B-20F8-4C64-181390ABF7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7DD039B-9D06-A843-1A7F-6D0D62416D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tx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tx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361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B3401-8F23-05D3-CAF5-E6B2C35FC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B25803E-F730-D10B-A4B9-5C7835CEA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BCA7CBD-9533-99B8-1F31-36FD62D41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5FAB91B-47EE-E1AA-9FE2-11608DBC2C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accent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03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 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47347-0CDD-E0F2-59B4-AB9DB013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52D725-F5A1-F409-958B-EA9939D3E52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54081185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lank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B86EB51-C08B-C9F1-35E1-A243D49ED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53858-785A-8996-FF0A-96D7BA4B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B9B36-6919-48C0-9236-E4F81C1F08A8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42EB-5D75-5F29-DF3C-282B1618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66489-5B20-4092-AD52-37C2F545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BF31B-E541-1FE0-AEA4-A69FFC6B2DBE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0985764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adi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8FDCD-0D8F-8E24-8571-4D729CEA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81EB-AE10-4760-B064-3DE64D1166C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FC3DE-0F58-DCB8-C375-2DE48CC1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4B0A2-58F8-4793-77DA-70314BDF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326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BFD8B-BF68-C9E0-D816-B3BBF681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17BE-DD50-4B65-A717-73219D74478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5D0D-3148-966A-AFBB-61B66607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A3D8-DB19-2563-B40F-01447594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26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FE425-B92E-37DB-DD00-60FCD01D4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3C3066-A125-B689-CCE0-BEA33A5642D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1653759736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9CE625E-4BAD-6EBC-4788-5BF2715F4E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02660" y="1"/>
            <a:ext cx="4489341" cy="2792236"/>
          </a:xfrm>
          <a:custGeom>
            <a:avLst/>
            <a:gdLst>
              <a:gd name="connsiteX0" fmla="*/ 1005931 w 4489341"/>
              <a:gd name="connsiteY0" fmla="*/ 0 h 2792236"/>
              <a:gd name="connsiteX1" fmla="*/ 4489341 w 4489341"/>
              <a:gd name="connsiteY1" fmla="*/ 0 h 2792236"/>
              <a:gd name="connsiteX2" fmla="*/ 4489341 w 4489341"/>
              <a:gd name="connsiteY2" fmla="*/ 2792236 h 2792236"/>
              <a:gd name="connsiteX3" fmla="*/ 0 w 4489341"/>
              <a:gd name="connsiteY3" fmla="*/ 2792236 h 279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9341" h="2792236">
                <a:moveTo>
                  <a:pt x="1005931" y="0"/>
                </a:moveTo>
                <a:lnTo>
                  <a:pt x="4489341" y="0"/>
                </a:lnTo>
                <a:lnTo>
                  <a:pt x="4489341" y="2792236"/>
                </a:lnTo>
                <a:lnTo>
                  <a:pt x="0" y="2792236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12B76-CA7F-FDC8-E8C8-48379781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5EF3A-B472-4835-8477-4F61E2017D7F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C70F1-AD56-6AC8-629D-12AF14BB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8C9EB-6792-4961-33DE-418C4DAD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lowchart: Data 1">
            <a:extLst>
              <a:ext uri="{FF2B5EF4-FFF2-40B4-BE49-F238E27FC236}">
                <a16:creationId xmlns:a16="http://schemas.microsoft.com/office/drawing/2014/main" id="{C7890A3A-48FB-B2EE-C5EF-0D5FA2A5BC8C}"/>
              </a:ext>
            </a:extLst>
          </p:cNvPr>
          <p:cNvSpPr/>
          <p:nvPr userDrawn="1"/>
        </p:nvSpPr>
        <p:spPr>
          <a:xfrm>
            <a:off x="0" y="5680847"/>
            <a:ext cx="5159829" cy="496116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505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48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61 h 10061"/>
              <a:gd name="connsiteX1" fmla="*/ 7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  <a:gd name="connsiteX0" fmla="*/ 0 w 10000"/>
              <a:gd name="connsiteY0" fmla="*/ 10061 h 10061"/>
              <a:gd name="connsiteX1" fmla="*/ 0 w 10000"/>
              <a:gd name="connsiteY1" fmla="*/ 0 h 10061"/>
              <a:gd name="connsiteX2" fmla="*/ 10000 w 10000"/>
              <a:gd name="connsiteY2" fmla="*/ 61 h 10061"/>
              <a:gd name="connsiteX3" fmla="*/ 9480 w 10000"/>
              <a:gd name="connsiteY3" fmla="*/ 10061 h 10061"/>
              <a:gd name="connsiteX4" fmla="*/ 0 w 10000"/>
              <a:gd name="connsiteY4" fmla="*/ 10061 h 1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61">
                <a:moveTo>
                  <a:pt x="0" y="10061"/>
                </a:moveTo>
                <a:cubicBezTo>
                  <a:pt x="2" y="6707"/>
                  <a:pt x="-2" y="3354"/>
                  <a:pt x="0" y="0"/>
                </a:cubicBezTo>
                <a:lnTo>
                  <a:pt x="10000" y="61"/>
                </a:lnTo>
                <a:cubicBezTo>
                  <a:pt x="9827" y="3394"/>
                  <a:pt x="9653" y="6728"/>
                  <a:pt x="9480" y="10061"/>
                </a:cubicBezTo>
                <a:lnTo>
                  <a:pt x="0" y="10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C7F93-6209-832D-50C8-583278469A90}"/>
              </a:ext>
            </a:extLst>
          </p:cNvPr>
          <p:cNvSpPr txBox="1"/>
          <p:nvPr userDrawn="1"/>
        </p:nvSpPr>
        <p:spPr>
          <a:xfrm>
            <a:off x="468034" y="5725431"/>
            <a:ext cx="4520235" cy="1763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63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Hyland solutions: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0B5F79-BDBB-62F9-8589-35BFB1BFB8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1516063"/>
            <a:ext cx="5619750" cy="191293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</a:defRPr>
            </a:lvl1pPr>
            <a:lvl2pPr marL="230188" indent="-230188">
              <a:defRPr sz="1600"/>
            </a:lvl2pPr>
            <a:lvl3pPr marL="457200" indent="-227013">
              <a:defRPr sz="1400"/>
            </a:lvl3pPr>
            <a:lvl4pPr marL="457200" indent="-227013">
              <a:defRPr sz="1400"/>
            </a:lvl4pPr>
            <a:lvl5pPr marL="457200" indent="-227013">
              <a:defRPr sz="1400"/>
            </a:lvl5pPr>
          </a:lstStyle>
          <a:p>
            <a:pPr lvl="0"/>
            <a:r>
              <a:rPr lang="en-US" dirty="0"/>
              <a:t>[Add headline “Challenge”] “Enter” + “Tab” to add text/lists.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B24482-B05F-BEBD-EAE9-32A34CC2ADC6}"/>
              </a:ext>
            </a:extLst>
          </p:cNvPr>
          <p:cNvSpPr/>
          <p:nvPr userDrawn="1"/>
        </p:nvSpPr>
        <p:spPr>
          <a:xfrm>
            <a:off x="7702659" y="2792237"/>
            <a:ext cx="4500491" cy="338631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98000">
                <a:schemeClr val="bg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274320" rIns="36576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94C6379-6419-903A-1C4E-462DC5523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573227"/>
            <a:ext cx="5619750" cy="1912937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</a:defRPr>
            </a:lvl1pPr>
            <a:lvl2pPr marL="230188" indent="-230188">
              <a:defRPr sz="1600"/>
            </a:lvl2pPr>
            <a:lvl3pPr marL="457200" indent="-227013">
              <a:defRPr sz="1400"/>
            </a:lvl3pPr>
            <a:lvl4pPr marL="457200" indent="-227013">
              <a:defRPr sz="1400"/>
            </a:lvl4pPr>
            <a:lvl5pPr marL="457200" indent="-227013">
              <a:defRPr sz="1400"/>
            </a:lvl5pPr>
          </a:lstStyle>
          <a:p>
            <a:pPr lvl="0"/>
            <a:r>
              <a:rPr lang="en-US" dirty="0"/>
              <a:t>[Add headline “Solution/Results”] “Enter” + “Tab” to add text/lists.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748F6C9-02C2-5D42-86B3-B91C65D447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6527" y="2995657"/>
            <a:ext cx="4107491" cy="300081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[Add quote/text]</a:t>
            </a:r>
          </a:p>
          <a:p>
            <a:pPr lvl="1"/>
            <a:endParaRPr lang="en-US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1C3C8FF3-0079-4EEC-0514-704907C8B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5941829"/>
            <a:ext cx="4107491" cy="195038"/>
          </a:xfrm>
        </p:spPr>
        <p:txBody>
          <a:bodyPr/>
          <a:lstStyle>
            <a:lvl1pPr marL="0" indent="0">
              <a:buFontTx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2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[Add samples]</a:t>
            </a:r>
          </a:p>
          <a:p>
            <a:pPr lvl="1"/>
            <a:endParaRPr lang="en-US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D7869B03-E7AA-78D6-6301-F0622AB66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[Add Customer / Project Name] </a:t>
            </a:r>
          </a:p>
        </p:txBody>
      </p:sp>
    </p:spTree>
    <p:extLst>
      <p:ext uri="{BB962C8B-B14F-4D97-AF65-F5344CB8AC3E}">
        <p14:creationId xmlns:p14="http://schemas.microsoft.com/office/powerpoint/2010/main" val="2235773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CF565-4953-EEA2-EB6B-C5166749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3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3C3066-A125-B689-CCE0-BEA33A5642D8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177034501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95DDFDC7-3BB0-1347-C018-2B1E04E505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1585" y="5950119"/>
            <a:ext cx="3862166" cy="307777"/>
          </a:xfrm>
          <a:solidFill>
            <a:schemeClr val="tx2">
              <a:alpha val="25000"/>
            </a:schemeClr>
          </a:solidFill>
        </p:spPr>
        <p:txBody>
          <a:bodyPr lIns="91440" rIns="91440" anchor="ctr"/>
          <a:lstStyle>
            <a:lvl1pPr marL="0" indent="0">
              <a:buFontTx/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2pPr>
            <a:lvl3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3pPr>
            <a:lvl4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4pPr>
            <a:lvl5pPr marL="0" indent="0">
              <a:buFontTx/>
              <a:buNone/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[Text/Beta:]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85D894-C5A6-D47B-DD81-DBD58D73A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6989" b="789"/>
          <a:stretch>
            <a:fillRect/>
          </a:stretch>
        </p:blipFill>
        <p:spPr>
          <a:xfrm>
            <a:off x="4964290" y="-38786"/>
            <a:ext cx="7227711" cy="6896786"/>
          </a:xfrm>
          <a:custGeom>
            <a:avLst/>
            <a:gdLst>
              <a:gd name="connsiteX0" fmla="*/ 0 w 7227711"/>
              <a:gd name="connsiteY0" fmla="*/ 0 h 6896786"/>
              <a:gd name="connsiteX1" fmla="*/ 802030 w 7227711"/>
              <a:gd name="connsiteY1" fmla="*/ 0 h 6896786"/>
              <a:gd name="connsiteX2" fmla="*/ 802030 w 7227711"/>
              <a:gd name="connsiteY2" fmla="*/ 38787 h 6896786"/>
              <a:gd name="connsiteX3" fmla="*/ 7227711 w 7227711"/>
              <a:gd name="connsiteY3" fmla="*/ 38787 h 6896786"/>
              <a:gd name="connsiteX4" fmla="*/ 7227711 w 7227711"/>
              <a:gd name="connsiteY4" fmla="*/ 6896786 h 6896786"/>
              <a:gd name="connsiteX5" fmla="*/ 0 w 7227711"/>
              <a:gd name="connsiteY5" fmla="*/ 6896786 h 689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27711" h="6896786">
                <a:moveTo>
                  <a:pt x="0" y="0"/>
                </a:moveTo>
                <a:lnTo>
                  <a:pt x="802030" y="0"/>
                </a:lnTo>
                <a:lnTo>
                  <a:pt x="802030" y="38787"/>
                </a:lnTo>
                <a:lnTo>
                  <a:pt x="7227711" y="38787"/>
                </a:lnTo>
                <a:lnTo>
                  <a:pt x="7227711" y="6896786"/>
                </a:lnTo>
                <a:lnTo>
                  <a:pt x="0" y="6896786"/>
                </a:lnTo>
                <a:close/>
              </a:path>
            </a:pathLst>
          </a:cu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9B83C-2E49-C184-ACF3-04622CFE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C1A6-E324-D2B9-316F-BC07573F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1BDE1-D532-580D-81C2-B67F912A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blue and green square with a black background&#10;&#10;AI-generated content may be incorrect.">
            <a:extLst>
              <a:ext uri="{FF2B5EF4-FFF2-40B4-BE49-F238E27FC236}">
                <a16:creationId xmlns:a16="http://schemas.microsoft.com/office/drawing/2014/main" id="{59811D45-AF26-3D81-8CE5-24BAB9F149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6057852"/>
            <a:ext cx="819695" cy="1087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045AB6-05ED-BC6B-B04D-0DB766EE9D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47139"/>
          <a:stretch/>
        </p:blipFill>
        <p:spPr>
          <a:xfrm>
            <a:off x="5510067" y="1530391"/>
            <a:ext cx="6022804" cy="5327609"/>
          </a:xfrm>
          <a:prstGeom prst="rect">
            <a:avLst/>
          </a:prstGeom>
        </p:spPr>
      </p:pic>
      <p:sp>
        <p:nvSpPr>
          <p:cNvPr id="23" name="Freeform 9">
            <a:extLst>
              <a:ext uri="{FF2B5EF4-FFF2-40B4-BE49-F238E27FC236}">
                <a16:creationId xmlns:a16="http://schemas.microsoft.com/office/drawing/2014/main" id="{D05A36BD-4EC2-0C61-ED09-0ACF30652B9F}"/>
              </a:ext>
            </a:extLst>
          </p:cNvPr>
          <p:cNvSpPr/>
          <p:nvPr userDrawn="1"/>
        </p:nvSpPr>
        <p:spPr>
          <a:xfrm>
            <a:off x="0" y="537210"/>
            <a:ext cx="10447020" cy="617221"/>
          </a:xfrm>
          <a:custGeom>
            <a:avLst/>
            <a:gdLst>
              <a:gd name="connsiteX0" fmla="*/ 0 w 10447020"/>
              <a:gd name="connsiteY0" fmla="*/ 0 h 617221"/>
              <a:gd name="connsiteX1" fmla="*/ 685799 w 10447020"/>
              <a:gd name="connsiteY1" fmla="*/ 0 h 617221"/>
              <a:gd name="connsiteX2" fmla="*/ 9761221 w 10447020"/>
              <a:gd name="connsiteY2" fmla="*/ 0 h 617221"/>
              <a:gd name="connsiteX3" fmla="*/ 10447020 w 10447020"/>
              <a:gd name="connsiteY3" fmla="*/ 0 h 617221"/>
              <a:gd name="connsiteX4" fmla="*/ 10084440 w 10447020"/>
              <a:gd name="connsiteY4" fmla="*/ 617221 h 617221"/>
              <a:gd name="connsiteX5" fmla="*/ 9398641 w 10447020"/>
              <a:gd name="connsiteY5" fmla="*/ 617221 h 617221"/>
              <a:gd name="connsiteX6" fmla="*/ 685799 w 10447020"/>
              <a:gd name="connsiteY6" fmla="*/ 617221 h 617221"/>
              <a:gd name="connsiteX7" fmla="*/ 0 w 10447020"/>
              <a:gd name="connsiteY7" fmla="*/ 617221 h 61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47020" h="617221">
                <a:moveTo>
                  <a:pt x="0" y="0"/>
                </a:moveTo>
                <a:lnTo>
                  <a:pt x="685799" y="0"/>
                </a:lnTo>
                <a:lnTo>
                  <a:pt x="9761221" y="0"/>
                </a:lnTo>
                <a:lnTo>
                  <a:pt x="10447020" y="0"/>
                </a:lnTo>
                <a:lnTo>
                  <a:pt x="10084440" y="617221"/>
                </a:lnTo>
                <a:lnTo>
                  <a:pt x="9398641" y="617221"/>
                </a:lnTo>
                <a:lnTo>
                  <a:pt x="685799" y="617221"/>
                </a:lnTo>
                <a:lnTo>
                  <a:pt x="0" y="617221"/>
                </a:lnTo>
                <a:close/>
              </a:path>
            </a:pathLst>
          </a:custGeom>
          <a:gradFill flip="none" rotWithShape="1">
            <a:gsLst>
              <a:gs pos="0">
                <a:srgbClr val="13EAC1"/>
              </a:gs>
              <a:gs pos="77000">
                <a:srgbClr val="6E33FF"/>
              </a:gs>
            </a:gsLst>
            <a:lin ang="18000000" scaled="0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2004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11" b="0" i="0" u="none" strike="noStrike" kern="0" cap="none" spc="0" normalizeH="0" baseline="0" noProof="0" dirty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05455-0959-C32E-D147-7E2BC236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624033"/>
            <a:ext cx="9482218" cy="47891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F737E81-0EE6-9397-0495-996F0308E7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250" y="1516064"/>
            <a:ext cx="4487863" cy="41009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E7DC570-2058-D416-F8B3-C886A5D0C6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0238" y="1730375"/>
            <a:ext cx="5616575" cy="3395663"/>
          </a:xfrm>
        </p:spPr>
        <p:txBody>
          <a:bodyPr lIns="182880" rIns="182880"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or drop screen shot into placeholder or remove and adjust to screen manually. </a:t>
            </a:r>
          </a:p>
        </p:txBody>
      </p:sp>
    </p:spTree>
    <p:extLst>
      <p:ext uri="{BB962C8B-B14F-4D97-AF65-F5344CB8AC3E}">
        <p14:creationId xmlns:p14="http://schemas.microsoft.com/office/powerpoint/2010/main" val="417474833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3CD73B-97C6-61EC-23DC-9F071ED7F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00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14978E-603E-B460-5989-B92B27334DFA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59087403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655B9-DCA3-A7C3-FC59-4286C9A8F2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633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BFF214-8D97-F164-CD81-66A3108F77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63343"/>
            <a:ext cx="12192000" cy="794657"/>
          </a:xfrm>
          <a:custGeom>
            <a:avLst/>
            <a:gdLst>
              <a:gd name="connsiteX0" fmla="*/ 11328349 w 12192000"/>
              <a:gd name="connsiteY0" fmla="*/ 391876 h 794657"/>
              <a:gd name="connsiteX1" fmla="*/ 11260238 w 12192000"/>
              <a:gd name="connsiteY1" fmla="*/ 511136 h 794657"/>
              <a:gd name="connsiteX2" fmla="*/ 11339126 w 12192000"/>
              <a:gd name="connsiteY2" fmla="*/ 511136 h 794657"/>
              <a:gd name="connsiteX3" fmla="*/ 11407237 w 12192000"/>
              <a:gd name="connsiteY3" fmla="*/ 391876 h 794657"/>
              <a:gd name="connsiteX4" fmla="*/ 11633205 w 12192000"/>
              <a:gd name="connsiteY4" fmla="*/ 272665 h 794657"/>
              <a:gd name="connsiteX5" fmla="*/ 11565087 w 12192000"/>
              <a:gd name="connsiteY5" fmla="*/ 391940 h 794657"/>
              <a:gd name="connsiteX6" fmla="*/ 11486199 w 12192000"/>
              <a:gd name="connsiteY6" fmla="*/ 391940 h 794657"/>
              <a:gd name="connsiteX7" fmla="*/ 11418088 w 12192000"/>
              <a:gd name="connsiteY7" fmla="*/ 511204 h 794657"/>
              <a:gd name="connsiteX8" fmla="*/ 11496976 w 12192000"/>
              <a:gd name="connsiteY8" fmla="*/ 511204 h 794657"/>
              <a:gd name="connsiteX9" fmla="*/ 11565087 w 12192000"/>
              <a:gd name="connsiteY9" fmla="*/ 391940 h 794657"/>
              <a:gd name="connsiteX10" fmla="*/ 11643982 w 12192000"/>
              <a:gd name="connsiteY10" fmla="*/ 391940 h 794657"/>
              <a:gd name="connsiteX11" fmla="*/ 11712101 w 12192000"/>
              <a:gd name="connsiteY11" fmla="*/ 272665 h 794657"/>
              <a:gd name="connsiteX12" fmla="*/ 11475351 w 12192000"/>
              <a:gd name="connsiteY12" fmla="*/ 272593 h 794657"/>
              <a:gd name="connsiteX13" fmla="*/ 11407236 w 12192000"/>
              <a:gd name="connsiteY13" fmla="*/ 391853 h 794657"/>
              <a:gd name="connsiteX14" fmla="*/ 11486124 w 12192000"/>
              <a:gd name="connsiteY14" fmla="*/ 391853 h 794657"/>
              <a:gd name="connsiteX15" fmla="*/ 11554238 w 12192000"/>
              <a:gd name="connsiteY15" fmla="*/ 272593 h 794657"/>
              <a:gd name="connsiteX16" fmla="*/ 0 w 12192000"/>
              <a:gd name="connsiteY16" fmla="*/ 0 h 794657"/>
              <a:gd name="connsiteX17" fmla="*/ 12192000 w 12192000"/>
              <a:gd name="connsiteY17" fmla="*/ 0 h 794657"/>
              <a:gd name="connsiteX18" fmla="*/ 12192000 w 12192000"/>
              <a:gd name="connsiteY18" fmla="*/ 794657 h 794657"/>
              <a:gd name="connsiteX19" fmla="*/ 0 w 12192000"/>
              <a:gd name="connsiteY19" fmla="*/ 794657 h 79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794657">
                <a:moveTo>
                  <a:pt x="11328349" y="391876"/>
                </a:moveTo>
                <a:lnTo>
                  <a:pt x="11260238" y="511136"/>
                </a:lnTo>
                <a:lnTo>
                  <a:pt x="11339126" y="511136"/>
                </a:lnTo>
                <a:lnTo>
                  <a:pt x="11407237" y="391876"/>
                </a:lnTo>
                <a:close/>
                <a:moveTo>
                  <a:pt x="11633205" y="272665"/>
                </a:moveTo>
                <a:lnTo>
                  <a:pt x="11565087" y="391940"/>
                </a:lnTo>
                <a:lnTo>
                  <a:pt x="11486199" y="391940"/>
                </a:lnTo>
                <a:lnTo>
                  <a:pt x="11418088" y="511204"/>
                </a:lnTo>
                <a:lnTo>
                  <a:pt x="11496976" y="511204"/>
                </a:lnTo>
                <a:lnTo>
                  <a:pt x="11565087" y="391940"/>
                </a:lnTo>
                <a:lnTo>
                  <a:pt x="11643982" y="391940"/>
                </a:lnTo>
                <a:lnTo>
                  <a:pt x="11712101" y="272665"/>
                </a:lnTo>
                <a:close/>
                <a:moveTo>
                  <a:pt x="11475351" y="272593"/>
                </a:moveTo>
                <a:lnTo>
                  <a:pt x="11407236" y="391853"/>
                </a:lnTo>
                <a:lnTo>
                  <a:pt x="11486124" y="391853"/>
                </a:lnTo>
                <a:lnTo>
                  <a:pt x="11554238" y="2725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794657"/>
                </a:lnTo>
                <a:lnTo>
                  <a:pt x="0" y="794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548640" anchor="ctr">
            <a:noAutofit/>
          </a:bodyPr>
          <a:lstStyle>
            <a:lvl1pPr marL="0" indent="0" algn="l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[Add text]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CC4D3-4D66-36AA-1C81-7FFB306BB0A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2C03-B5C0-380E-1A38-9CF63831F7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865832"/>
            <a:ext cx="7676745" cy="132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86C50-240F-699A-81C1-A4A0DA0906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077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655B9-DCA3-A7C3-FC59-4286C9A8F2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06334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5C03A-9F5D-8598-8D9C-865BE37778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063343"/>
            <a:ext cx="12192000" cy="794657"/>
          </a:xfrm>
          <a:custGeom>
            <a:avLst/>
            <a:gdLst>
              <a:gd name="connsiteX0" fmla="*/ 11328349 w 12192000"/>
              <a:gd name="connsiteY0" fmla="*/ 391876 h 794657"/>
              <a:gd name="connsiteX1" fmla="*/ 11260238 w 12192000"/>
              <a:gd name="connsiteY1" fmla="*/ 511136 h 794657"/>
              <a:gd name="connsiteX2" fmla="*/ 11339126 w 12192000"/>
              <a:gd name="connsiteY2" fmla="*/ 511136 h 794657"/>
              <a:gd name="connsiteX3" fmla="*/ 11407237 w 12192000"/>
              <a:gd name="connsiteY3" fmla="*/ 391876 h 794657"/>
              <a:gd name="connsiteX4" fmla="*/ 11633205 w 12192000"/>
              <a:gd name="connsiteY4" fmla="*/ 272665 h 794657"/>
              <a:gd name="connsiteX5" fmla="*/ 11565087 w 12192000"/>
              <a:gd name="connsiteY5" fmla="*/ 391940 h 794657"/>
              <a:gd name="connsiteX6" fmla="*/ 11486199 w 12192000"/>
              <a:gd name="connsiteY6" fmla="*/ 391940 h 794657"/>
              <a:gd name="connsiteX7" fmla="*/ 11418088 w 12192000"/>
              <a:gd name="connsiteY7" fmla="*/ 511204 h 794657"/>
              <a:gd name="connsiteX8" fmla="*/ 11496976 w 12192000"/>
              <a:gd name="connsiteY8" fmla="*/ 511204 h 794657"/>
              <a:gd name="connsiteX9" fmla="*/ 11565087 w 12192000"/>
              <a:gd name="connsiteY9" fmla="*/ 391940 h 794657"/>
              <a:gd name="connsiteX10" fmla="*/ 11643982 w 12192000"/>
              <a:gd name="connsiteY10" fmla="*/ 391940 h 794657"/>
              <a:gd name="connsiteX11" fmla="*/ 11712101 w 12192000"/>
              <a:gd name="connsiteY11" fmla="*/ 272665 h 794657"/>
              <a:gd name="connsiteX12" fmla="*/ 11475351 w 12192000"/>
              <a:gd name="connsiteY12" fmla="*/ 272593 h 794657"/>
              <a:gd name="connsiteX13" fmla="*/ 11407236 w 12192000"/>
              <a:gd name="connsiteY13" fmla="*/ 391853 h 794657"/>
              <a:gd name="connsiteX14" fmla="*/ 11486124 w 12192000"/>
              <a:gd name="connsiteY14" fmla="*/ 391853 h 794657"/>
              <a:gd name="connsiteX15" fmla="*/ 11554238 w 12192000"/>
              <a:gd name="connsiteY15" fmla="*/ 272593 h 794657"/>
              <a:gd name="connsiteX16" fmla="*/ 0 w 12192000"/>
              <a:gd name="connsiteY16" fmla="*/ 0 h 794657"/>
              <a:gd name="connsiteX17" fmla="*/ 12192000 w 12192000"/>
              <a:gd name="connsiteY17" fmla="*/ 0 h 794657"/>
              <a:gd name="connsiteX18" fmla="*/ 12192000 w 12192000"/>
              <a:gd name="connsiteY18" fmla="*/ 794657 h 794657"/>
              <a:gd name="connsiteX19" fmla="*/ 0 w 12192000"/>
              <a:gd name="connsiteY19" fmla="*/ 794657 h 79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794657">
                <a:moveTo>
                  <a:pt x="11328349" y="391876"/>
                </a:moveTo>
                <a:lnTo>
                  <a:pt x="11260238" y="511136"/>
                </a:lnTo>
                <a:lnTo>
                  <a:pt x="11339126" y="511136"/>
                </a:lnTo>
                <a:lnTo>
                  <a:pt x="11407237" y="391876"/>
                </a:lnTo>
                <a:close/>
                <a:moveTo>
                  <a:pt x="11633205" y="272665"/>
                </a:moveTo>
                <a:lnTo>
                  <a:pt x="11565087" y="391940"/>
                </a:lnTo>
                <a:lnTo>
                  <a:pt x="11486199" y="391940"/>
                </a:lnTo>
                <a:lnTo>
                  <a:pt x="11418088" y="511204"/>
                </a:lnTo>
                <a:lnTo>
                  <a:pt x="11496976" y="511204"/>
                </a:lnTo>
                <a:lnTo>
                  <a:pt x="11565087" y="391940"/>
                </a:lnTo>
                <a:lnTo>
                  <a:pt x="11643982" y="391940"/>
                </a:lnTo>
                <a:lnTo>
                  <a:pt x="11712101" y="272665"/>
                </a:lnTo>
                <a:close/>
                <a:moveTo>
                  <a:pt x="11475351" y="272593"/>
                </a:moveTo>
                <a:lnTo>
                  <a:pt x="11407236" y="391853"/>
                </a:lnTo>
                <a:lnTo>
                  <a:pt x="11486124" y="391853"/>
                </a:lnTo>
                <a:lnTo>
                  <a:pt x="11554238" y="2725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794657"/>
                </a:lnTo>
                <a:lnTo>
                  <a:pt x="0" y="7946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548640" anchor="ctr">
            <a:noAutofit/>
          </a:bodyPr>
          <a:lstStyle>
            <a:lvl1pPr marL="0" indent="0" algn="l">
              <a:buFontTx/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[Add text]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3D364B-15E1-BE1A-232E-41F891A00F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65DC1-D431-B20E-8735-43605C2322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35BE1-7AB0-801E-3519-EE3EB36079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865832"/>
            <a:ext cx="7676745" cy="132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AB2F8-D14E-BADE-EBE4-EE78F10C2F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03DBBE-6C03-D7A8-39E1-5DF74F932D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328349 w 12192000"/>
              <a:gd name="connsiteY0" fmla="*/ 6455219 h 6858000"/>
              <a:gd name="connsiteX1" fmla="*/ 11260238 w 12192000"/>
              <a:gd name="connsiteY1" fmla="*/ 6574479 h 6858000"/>
              <a:gd name="connsiteX2" fmla="*/ 11339126 w 12192000"/>
              <a:gd name="connsiteY2" fmla="*/ 6574479 h 6858000"/>
              <a:gd name="connsiteX3" fmla="*/ 11407237 w 12192000"/>
              <a:gd name="connsiteY3" fmla="*/ 6455219 h 6858000"/>
              <a:gd name="connsiteX4" fmla="*/ 11633205 w 12192000"/>
              <a:gd name="connsiteY4" fmla="*/ 6336008 h 6858000"/>
              <a:gd name="connsiteX5" fmla="*/ 11565087 w 12192000"/>
              <a:gd name="connsiteY5" fmla="*/ 6455283 h 6858000"/>
              <a:gd name="connsiteX6" fmla="*/ 11486199 w 12192000"/>
              <a:gd name="connsiteY6" fmla="*/ 6455283 h 6858000"/>
              <a:gd name="connsiteX7" fmla="*/ 11418088 w 12192000"/>
              <a:gd name="connsiteY7" fmla="*/ 6574547 h 6858000"/>
              <a:gd name="connsiteX8" fmla="*/ 11496976 w 12192000"/>
              <a:gd name="connsiteY8" fmla="*/ 6574547 h 6858000"/>
              <a:gd name="connsiteX9" fmla="*/ 11565087 w 12192000"/>
              <a:gd name="connsiteY9" fmla="*/ 6455283 h 6858000"/>
              <a:gd name="connsiteX10" fmla="*/ 11643982 w 12192000"/>
              <a:gd name="connsiteY10" fmla="*/ 6455283 h 6858000"/>
              <a:gd name="connsiteX11" fmla="*/ 11712101 w 12192000"/>
              <a:gd name="connsiteY11" fmla="*/ 6336008 h 6858000"/>
              <a:gd name="connsiteX12" fmla="*/ 11475351 w 12192000"/>
              <a:gd name="connsiteY12" fmla="*/ 6335936 h 6858000"/>
              <a:gd name="connsiteX13" fmla="*/ 11407236 w 12192000"/>
              <a:gd name="connsiteY13" fmla="*/ 6455196 h 6858000"/>
              <a:gd name="connsiteX14" fmla="*/ 11486124 w 12192000"/>
              <a:gd name="connsiteY14" fmla="*/ 6455196 h 6858000"/>
              <a:gd name="connsiteX15" fmla="*/ 11554238 w 12192000"/>
              <a:gd name="connsiteY15" fmla="*/ 6335936 h 6858000"/>
              <a:gd name="connsiteX16" fmla="*/ 0 w 12192000"/>
              <a:gd name="connsiteY16" fmla="*/ 0 h 6858000"/>
              <a:gd name="connsiteX17" fmla="*/ 12192000 w 12192000"/>
              <a:gd name="connsiteY17" fmla="*/ 0 h 6858000"/>
              <a:gd name="connsiteX18" fmla="*/ 12192000 w 12192000"/>
              <a:gd name="connsiteY18" fmla="*/ 6858000 h 6858000"/>
              <a:gd name="connsiteX19" fmla="*/ 0 w 12192000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6858000">
                <a:moveTo>
                  <a:pt x="11328349" y="6455219"/>
                </a:moveTo>
                <a:lnTo>
                  <a:pt x="11260238" y="6574479"/>
                </a:lnTo>
                <a:lnTo>
                  <a:pt x="11339126" y="6574479"/>
                </a:lnTo>
                <a:lnTo>
                  <a:pt x="11407237" y="6455219"/>
                </a:lnTo>
                <a:close/>
                <a:moveTo>
                  <a:pt x="11633205" y="6336008"/>
                </a:moveTo>
                <a:lnTo>
                  <a:pt x="11565087" y="6455283"/>
                </a:lnTo>
                <a:lnTo>
                  <a:pt x="11486199" y="6455283"/>
                </a:lnTo>
                <a:lnTo>
                  <a:pt x="11418088" y="6574547"/>
                </a:lnTo>
                <a:lnTo>
                  <a:pt x="11496976" y="6574547"/>
                </a:lnTo>
                <a:lnTo>
                  <a:pt x="11565087" y="6455283"/>
                </a:lnTo>
                <a:lnTo>
                  <a:pt x="11643982" y="6455283"/>
                </a:lnTo>
                <a:lnTo>
                  <a:pt x="11712101" y="6336008"/>
                </a:lnTo>
                <a:close/>
                <a:moveTo>
                  <a:pt x="11475351" y="6335936"/>
                </a:moveTo>
                <a:lnTo>
                  <a:pt x="11407236" y="6455196"/>
                </a:lnTo>
                <a:lnTo>
                  <a:pt x="11486124" y="6455196"/>
                </a:lnTo>
                <a:lnTo>
                  <a:pt x="11554238" y="63359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C40A14F-4F07-69E2-1326-3007406F42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20275D-F658-4E7A-AD9A-D9F0445659BB}" type="datetime1">
              <a:rPr lang="en-US" smtClean="0"/>
              <a:t>9/2/2026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08492EC-B9D6-3516-49A5-4D83BA633D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6BD6B3-DD03-80A4-188F-13B02C8605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981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71AB4-FABC-AD7F-DC5E-7AB048A84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6655" y="1516063"/>
            <a:ext cx="11235446" cy="4662487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B52F9-55E6-8907-3ACA-87F0F8707D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76250" y="1074746"/>
            <a:ext cx="11237914" cy="441318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4FFCD-8FC4-4311-5461-99C6A743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3DED7-D871-4C40-9B36-CE4ECB78B9EB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F0C82-FFBF-CB58-5074-F0309A13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C6B92-F97E-8060-74F4-4016C85E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21642E7-920C-F5DB-3D1B-FA8FB2F5D6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709621"/>
          </a:xfrm>
        </p:spPr>
        <p:txBody>
          <a:bodyPr/>
          <a:lstStyle/>
          <a:p>
            <a:r>
              <a:rPr lang="en-US" dirty="0"/>
              <a:t>[Add headline]</a:t>
            </a:r>
          </a:p>
        </p:txBody>
      </p:sp>
    </p:spTree>
    <p:extLst>
      <p:ext uri="{BB962C8B-B14F-4D97-AF65-F5344CB8AC3E}">
        <p14:creationId xmlns:p14="http://schemas.microsoft.com/office/powerpoint/2010/main" val="45646579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D31C27-33A2-C17A-EDCB-3787CEA9B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67EE46-232A-3E52-B735-BB1BF31C5BCE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726236049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opics / Lis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D36DF1-0EFA-467F-ACE6-A6B1BFFA7015}" type="datetime1">
              <a:rPr lang="en-US" smtClean="0"/>
              <a:t>9/2/2026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40">
            <a:extLst>
              <a:ext uri="{FF2B5EF4-FFF2-40B4-BE49-F238E27FC236}">
                <a16:creationId xmlns:a16="http://schemas.microsoft.com/office/drawing/2014/main" id="{2096B9FB-B2D9-759B-8AEC-03291D203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5669" y="1121987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None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40">
            <a:extLst>
              <a:ext uri="{FF2B5EF4-FFF2-40B4-BE49-F238E27FC236}">
                <a16:creationId xmlns:a16="http://schemas.microsoft.com/office/drawing/2014/main" id="{7E2A1743-9F72-F5E8-CD7D-8955B76727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55531" y="94430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AF539238-7D3D-0BEF-56CB-43BE0AD715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26059" y="2726198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24C9999E-12DC-CCAB-C571-FA4A925469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4498" y="4508091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16" name="Text Placeholder 40">
            <a:extLst>
              <a:ext uri="{FF2B5EF4-FFF2-40B4-BE49-F238E27FC236}">
                <a16:creationId xmlns:a16="http://schemas.microsoft.com/office/drawing/2014/main" id="{15E35BD6-A8D0-D086-B7C9-09DFE7C36C5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44203" y="2882976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88984719-91A4-1AF8-2BA4-D5FD844BAD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9970" y="4664869"/>
            <a:ext cx="4371398" cy="1092046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text] 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053588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opics / 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6CB0B-8772-2148-F394-EBB730700C8D}"/>
              </a:ext>
            </a:extLst>
          </p:cNvPr>
          <p:cNvSpPr/>
          <p:nvPr userDrawn="1"/>
        </p:nvSpPr>
        <p:spPr>
          <a:xfrm>
            <a:off x="889973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2DE72-ABDB-CF06-8954-11C4621E8FF7}"/>
              </a:ext>
            </a:extLst>
          </p:cNvPr>
          <p:cNvSpPr/>
          <p:nvPr userDrawn="1"/>
        </p:nvSpPr>
        <p:spPr>
          <a:xfrm>
            <a:off x="609600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D3AEC6-28E3-49B9-7D11-B8B569766787}"/>
              </a:ext>
            </a:extLst>
          </p:cNvPr>
          <p:cNvSpPr/>
          <p:nvPr userDrawn="1"/>
        </p:nvSpPr>
        <p:spPr>
          <a:xfrm>
            <a:off x="327998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29318-9662-5A08-72CD-07F07B183DAF}"/>
              </a:ext>
            </a:extLst>
          </p:cNvPr>
          <p:cNvSpPr/>
          <p:nvPr userDrawn="1"/>
        </p:nvSpPr>
        <p:spPr>
          <a:xfrm>
            <a:off x="476250" y="1749117"/>
            <a:ext cx="2063908" cy="3889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4F6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AAAD-936D-42D9-9338-95D87D419747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0">
            <a:extLst>
              <a:ext uri="{FF2B5EF4-FFF2-40B4-BE49-F238E27FC236}">
                <a16:creationId xmlns:a16="http://schemas.microsoft.com/office/drawing/2014/main" id="{4B7A3F10-F9C6-2DEF-3255-5D66542E46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336" y="2542162"/>
            <a:ext cx="1729562" cy="2844987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B534BD12-F515-A24D-1B5C-36D77F71F7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64811" y="2541052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B69B4B29-70BF-C058-13D7-7B01501941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3857" y="2521496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8">
            <a:extLst>
              <a:ext uri="{FF2B5EF4-FFF2-40B4-BE49-F238E27FC236}">
                <a16:creationId xmlns:a16="http://schemas.microsoft.com/office/drawing/2014/main" id="{970239FF-E27F-69EE-C7B1-BF2DA2E0BD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249" y="2521496"/>
            <a:ext cx="1726662" cy="2847405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[Title] </a:t>
            </a:r>
            <a:br>
              <a:rPr lang="en-US" dirty="0"/>
            </a:br>
            <a:r>
              <a:rPr lang="en-US" dirty="0"/>
              <a:t>“enter” + “tab”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E142635D-38C7-8CDC-A15A-45E432695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8362" y="150970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42">
            <a:extLst>
              <a:ext uri="{FF2B5EF4-FFF2-40B4-BE49-F238E27FC236}">
                <a16:creationId xmlns:a16="http://schemas.microsoft.com/office/drawing/2014/main" id="{B6E4CD86-1564-28BF-E1E5-3657F03F7E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3837" y="1508655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5EF8B6A-1273-B4B1-C0C3-C4E0016FEF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883" y="1489099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D00D31BE-395E-95F1-0D47-32196FDAAD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43275" y="1489099"/>
            <a:ext cx="571758" cy="571758"/>
          </a:xfrm>
          <a:prstGeom prst="ellipse">
            <a:avLst/>
          </a:prstGeom>
          <a:solidFill>
            <a:schemeClr val="bg2"/>
          </a:solidFill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9344049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F680B9-3D9B-3696-0F71-B62E4341B9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86311E-6DE9-D1C4-6409-F288D9A1FCA2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288875233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D239-1871-2A1F-29F3-BD2B3F67F0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365125"/>
            <a:ext cx="9848132" cy="2612015"/>
          </a:xfrm>
        </p:spPr>
        <p:txBody>
          <a:bodyPr anchor="b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section headline]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FEAD5-7613-0B17-648A-9BEB4CAB2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250" y="3143266"/>
            <a:ext cx="9848132" cy="795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/ Presenter Name,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F9C78-3636-46EB-96A2-8B8959D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7538-DDFD-4008-BAB3-CA2F4B29F291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5A38-7750-7523-2517-AFF7E342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ight Triangle 2">
            <a:extLst>
              <a:ext uri="{FF2B5EF4-FFF2-40B4-BE49-F238E27FC236}">
                <a16:creationId xmlns:a16="http://schemas.microsoft.com/office/drawing/2014/main" id="{18B06690-16EF-1C32-E01C-0A08B1285DC5}"/>
              </a:ext>
            </a:extLst>
          </p:cNvPr>
          <p:cNvSpPr/>
          <p:nvPr userDrawn="1"/>
        </p:nvSpPr>
        <p:spPr>
          <a:xfrm rot="16200000">
            <a:off x="5734591" y="1438169"/>
            <a:ext cx="3219409" cy="7620254"/>
          </a:xfrm>
          <a:custGeom>
            <a:avLst/>
            <a:gdLst>
              <a:gd name="connsiteX0" fmla="*/ 0 w 3080478"/>
              <a:gd name="connsiteY0" fmla="*/ 7220204 h 7220204"/>
              <a:gd name="connsiteX1" fmla="*/ 0 w 3080478"/>
              <a:gd name="connsiteY1" fmla="*/ 0 h 7220204"/>
              <a:gd name="connsiteX2" fmla="*/ 3080478 w 3080478"/>
              <a:gd name="connsiteY2" fmla="*/ 7220204 h 7220204"/>
              <a:gd name="connsiteX3" fmla="*/ 0 w 3080478"/>
              <a:gd name="connsiteY3" fmla="*/ 7220204 h 7220204"/>
              <a:gd name="connsiteX0" fmla="*/ 0 w 3236341"/>
              <a:gd name="connsiteY0" fmla="*/ 7220204 h 7620254"/>
              <a:gd name="connsiteX1" fmla="*/ 0 w 3236341"/>
              <a:gd name="connsiteY1" fmla="*/ 0 h 7620254"/>
              <a:gd name="connsiteX2" fmla="*/ 3236341 w 3236341"/>
              <a:gd name="connsiteY2" fmla="*/ 7620254 h 7620254"/>
              <a:gd name="connsiteX3" fmla="*/ 0 w 3236341"/>
              <a:gd name="connsiteY3" fmla="*/ 7220204 h 762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6341" h="7620254">
                <a:moveTo>
                  <a:pt x="0" y="7220204"/>
                </a:moveTo>
                <a:lnTo>
                  <a:pt x="0" y="0"/>
                </a:lnTo>
                <a:lnTo>
                  <a:pt x="3236341" y="7620254"/>
                </a:lnTo>
                <a:lnTo>
                  <a:pt x="0" y="72202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7">
            <a:extLst>
              <a:ext uri="{FF2B5EF4-FFF2-40B4-BE49-F238E27FC236}">
                <a16:creationId xmlns:a16="http://schemas.microsoft.com/office/drawing/2014/main" id="{32849439-FA95-1807-60C5-1621147AF273}"/>
              </a:ext>
            </a:extLst>
          </p:cNvPr>
          <p:cNvSpPr/>
          <p:nvPr userDrawn="1"/>
        </p:nvSpPr>
        <p:spPr>
          <a:xfrm rot="13020306">
            <a:off x="10522537" y="77042"/>
            <a:ext cx="2383252" cy="3557165"/>
          </a:xfrm>
          <a:custGeom>
            <a:avLst/>
            <a:gdLst>
              <a:gd name="connsiteX0" fmla="*/ 0 w 2989034"/>
              <a:gd name="connsiteY0" fmla="*/ 3747387 h 3747387"/>
              <a:gd name="connsiteX1" fmla="*/ 1494517 w 2989034"/>
              <a:gd name="connsiteY1" fmla="*/ 0 h 3747387"/>
              <a:gd name="connsiteX2" fmla="*/ 2989034 w 2989034"/>
              <a:gd name="connsiteY2" fmla="*/ 3747387 h 3747387"/>
              <a:gd name="connsiteX3" fmla="*/ 0 w 2989034"/>
              <a:gd name="connsiteY3" fmla="*/ 3747387 h 3747387"/>
              <a:gd name="connsiteX0" fmla="*/ 0 w 3309786"/>
              <a:gd name="connsiteY0" fmla="*/ 3747387 h 3747387"/>
              <a:gd name="connsiteX1" fmla="*/ 1494517 w 3309786"/>
              <a:gd name="connsiteY1" fmla="*/ 0 h 3747387"/>
              <a:gd name="connsiteX2" fmla="*/ 3309786 w 3309786"/>
              <a:gd name="connsiteY2" fmla="*/ 3180929 h 3747387"/>
              <a:gd name="connsiteX3" fmla="*/ 0 w 3309786"/>
              <a:gd name="connsiteY3" fmla="*/ 3747387 h 3747387"/>
              <a:gd name="connsiteX0" fmla="*/ 91038 w 1815269"/>
              <a:gd name="connsiteY0" fmla="*/ 4479261 h 4479261"/>
              <a:gd name="connsiteX1" fmla="*/ 0 w 1815269"/>
              <a:gd name="connsiteY1" fmla="*/ 0 h 4479261"/>
              <a:gd name="connsiteX2" fmla="*/ 1815269 w 1815269"/>
              <a:gd name="connsiteY2" fmla="*/ 3180929 h 4479261"/>
              <a:gd name="connsiteX3" fmla="*/ 91038 w 1815269"/>
              <a:gd name="connsiteY3" fmla="*/ 4479261 h 4479261"/>
              <a:gd name="connsiteX0" fmla="*/ 91038 w 1815269"/>
              <a:gd name="connsiteY0" fmla="*/ 4479261 h 4479261"/>
              <a:gd name="connsiteX1" fmla="*/ 78524 w 1815269"/>
              <a:gd name="connsiteY1" fmla="*/ 4014238 h 4479261"/>
              <a:gd name="connsiteX2" fmla="*/ 0 w 1815269"/>
              <a:gd name="connsiteY2" fmla="*/ 0 h 4479261"/>
              <a:gd name="connsiteX3" fmla="*/ 1815269 w 1815269"/>
              <a:gd name="connsiteY3" fmla="*/ 3180929 h 4479261"/>
              <a:gd name="connsiteX4" fmla="*/ 91038 w 1815269"/>
              <a:gd name="connsiteY4" fmla="*/ 4479261 h 4479261"/>
              <a:gd name="connsiteX0" fmla="*/ 1494918 w 3219149"/>
              <a:gd name="connsiteY0" fmla="*/ 4479261 h 4479261"/>
              <a:gd name="connsiteX1" fmla="*/ 0 w 3219149"/>
              <a:gd name="connsiteY1" fmla="*/ 2461205 h 4479261"/>
              <a:gd name="connsiteX2" fmla="*/ 1403880 w 3219149"/>
              <a:gd name="connsiteY2" fmla="*/ 0 h 4479261"/>
              <a:gd name="connsiteX3" fmla="*/ 3219149 w 3219149"/>
              <a:gd name="connsiteY3" fmla="*/ 3180929 h 4479261"/>
              <a:gd name="connsiteX4" fmla="*/ 1494918 w 3219149"/>
              <a:gd name="connsiteY4" fmla="*/ 4479261 h 4479261"/>
              <a:gd name="connsiteX0" fmla="*/ 1505145 w 3219149"/>
              <a:gd name="connsiteY0" fmla="*/ 4475824 h 4475824"/>
              <a:gd name="connsiteX1" fmla="*/ 0 w 3219149"/>
              <a:gd name="connsiteY1" fmla="*/ 2461205 h 4475824"/>
              <a:gd name="connsiteX2" fmla="*/ 1403880 w 3219149"/>
              <a:gd name="connsiteY2" fmla="*/ 0 h 4475824"/>
              <a:gd name="connsiteX3" fmla="*/ 3219149 w 3219149"/>
              <a:gd name="connsiteY3" fmla="*/ 3180929 h 4475824"/>
              <a:gd name="connsiteX4" fmla="*/ 1505145 w 3219149"/>
              <a:gd name="connsiteY4" fmla="*/ 4475824 h 4475824"/>
              <a:gd name="connsiteX0" fmla="*/ 1511534 w 3219149"/>
              <a:gd name="connsiteY0" fmla="*/ 4291563 h 4291563"/>
              <a:gd name="connsiteX1" fmla="*/ 0 w 3219149"/>
              <a:gd name="connsiteY1" fmla="*/ 2461205 h 4291563"/>
              <a:gd name="connsiteX2" fmla="*/ 1403880 w 3219149"/>
              <a:gd name="connsiteY2" fmla="*/ 0 h 4291563"/>
              <a:gd name="connsiteX3" fmla="*/ 3219149 w 3219149"/>
              <a:gd name="connsiteY3" fmla="*/ 3180929 h 4291563"/>
              <a:gd name="connsiteX4" fmla="*/ 1511534 w 3219149"/>
              <a:gd name="connsiteY4" fmla="*/ 4291563 h 4291563"/>
              <a:gd name="connsiteX0" fmla="*/ 1499655 w 3219149"/>
              <a:gd name="connsiteY0" fmla="*/ 4462871 h 4462871"/>
              <a:gd name="connsiteX1" fmla="*/ 0 w 3219149"/>
              <a:gd name="connsiteY1" fmla="*/ 2461205 h 4462871"/>
              <a:gd name="connsiteX2" fmla="*/ 1403880 w 3219149"/>
              <a:gd name="connsiteY2" fmla="*/ 0 h 4462871"/>
              <a:gd name="connsiteX3" fmla="*/ 3219149 w 3219149"/>
              <a:gd name="connsiteY3" fmla="*/ 3180929 h 4462871"/>
              <a:gd name="connsiteX4" fmla="*/ 1499655 w 3219149"/>
              <a:gd name="connsiteY4" fmla="*/ 4462871 h 4462871"/>
              <a:gd name="connsiteX0" fmla="*/ 1499655 w 3214370"/>
              <a:gd name="connsiteY0" fmla="*/ 4462871 h 4462871"/>
              <a:gd name="connsiteX1" fmla="*/ 0 w 3214370"/>
              <a:gd name="connsiteY1" fmla="*/ 2461205 h 4462871"/>
              <a:gd name="connsiteX2" fmla="*/ 1403880 w 3214370"/>
              <a:gd name="connsiteY2" fmla="*/ 0 h 4462871"/>
              <a:gd name="connsiteX3" fmla="*/ 3214370 w 3214370"/>
              <a:gd name="connsiteY3" fmla="*/ 3180258 h 4462871"/>
              <a:gd name="connsiteX4" fmla="*/ 1499655 w 3214370"/>
              <a:gd name="connsiteY4" fmla="*/ 4462871 h 4462871"/>
              <a:gd name="connsiteX0" fmla="*/ 1499655 w 3214370"/>
              <a:gd name="connsiteY0" fmla="*/ 4373505 h 4373505"/>
              <a:gd name="connsiteX1" fmla="*/ 0 w 3214370"/>
              <a:gd name="connsiteY1" fmla="*/ 2371839 h 4373505"/>
              <a:gd name="connsiteX2" fmla="*/ 1415692 w 3214370"/>
              <a:gd name="connsiteY2" fmla="*/ 0 h 4373505"/>
              <a:gd name="connsiteX3" fmla="*/ 3214370 w 3214370"/>
              <a:gd name="connsiteY3" fmla="*/ 3090892 h 4373505"/>
              <a:gd name="connsiteX4" fmla="*/ 1499655 w 3214370"/>
              <a:gd name="connsiteY4" fmla="*/ 4373505 h 4373505"/>
              <a:gd name="connsiteX0" fmla="*/ 1499655 w 3214370"/>
              <a:gd name="connsiteY0" fmla="*/ 4435543 h 4435543"/>
              <a:gd name="connsiteX1" fmla="*/ 0 w 3214370"/>
              <a:gd name="connsiteY1" fmla="*/ 2433877 h 4435543"/>
              <a:gd name="connsiteX2" fmla="*/ 1390297 w 3214370"/>
              <a:gd name="connsiteY2" fmla="*/ 0 h 4435543"/>
              <a:gd name="connsiteX3" fmla="*/ 3214370 w 3214370"/>
              <a:gd name="connsiteY3" fmla="*/ 3152930 h 4435543"/>
              <a:gd name="connsiteX4" fmla="*/ 1499655 w 3214370"/>
              <a:gd name="connsiteY4" fmla="*/ 4435543 h 4435543"/>
              <a:gd name="connsiteX0" fmla="*/ 1499655 w 3237631"/>
              <a:gd name="connsiteY0" fmla="*/ 4435543 h 4435543"/>
              <a:gd name="connsiteX1" fmla="*/ 0 w 3237631"/>
              <a:gd name="connsiteY1" fmla="*/ 2433877 h 4435543"/>
              <a:gd name="connsiteX2" fmla="*/ 1390297 w 3237631"/>
              <a:gd name="connsiteY2" fmla="*/ 0 h 4435543"/>
              <a:gd name="connsiteX3" fmla="*/ 3237631 w 3237631"/>
              <a:gd name="connsiteY3" fmla="*/ 3178124 h 4435543"/>
              <a:gd name="connsiteX4" fmla="*/ 1499655 w 3237631"/>
              <a:gd name="connsiteY4" fmla="*/ 4435543 h 4435543"/>
              <a:gd name="connsiteX0" fmla="*/ 1499655 w 3208881"/>
              <a:gd name="connsiteY0" fmla="*/ 4435543 h 4435543"/>
              <a:gd name="connsiteX1" fmla="*/ 0 w 3208881"/>
              <a:gd name="connsiteY1" fmla="*/ 2433877 h 4435543"/>
              <a:gd name="connsiteX2" fmla="*/ 1390297 w 3208881"/>
              <a:gd name="connsiteY2" fmla="*/ 0 h 4435543"/>
              <a:gd name="connsiteX3" fmla="*/ 3208881 w 3208881"/>
              <a:gd name="connsiteY3" fmla="*/ 3139978 h 4435543"/>
              <a:gd name="connsiteX4" fmla="*/ 1499655 w 3208881"/>
              <a:gd name="connsiteY4" fmla="*/ 4435543 h 4435543"/>
              <a:gd name="connsiteX0" fmla="*/ 1496890 w 3208881"/>
              <a:gd name="connsiteY0" fmla="*/ 4420537 h 4420537"/>
              <a:gd name="connsiteX1" fmla="*/ 0 w 3208881"/>
              <a:gd name="connsiteY1" fmla="*/ 2433877 h 4420537"/>
              <a:gd name="connsiteX2" fmla="*/ 1390297 w 3208881"/>
              <a:gd name="connsiteY2" fmla="*/ 0 h 4420537"/>
              <a:gd name="connsiteX3" fmla="*/ 3208881 w 3208881"/>
              <a:gd name="connsiteY3" fmla="*/ 3139978 h 4420537"/>
              <a:gd name="connsiteX4" fmla="*/ 1496890 w 3208881"/>
              <a:gd name="connsiteY4" fmla="*/ 4420537 h 4420537"/>
              <a:gd name="connsiteX0" fmla="*/ 1503051 w 3208881"/>
              <a:gd name="connsiteY0" fmla="*/ 4428711 h 4428711"/>
              <a:gd name="connsiteX1" fmla="*/ 0 w 3208881"/>
              <a:gd name="connsiteY1" fmla="*/ 2433877 h 4428711"/>
              <a:gd name="connsiteX2" fmla="*/ 1390297 w 3208881"/>
              <a:gd name="connsiteY2" fmla="*/ 0 h 4428711"/>
              <a:gd name="connsiteX3" fmla="*/ 3208881 w 3208881"/>
              <a:gd name="connsiteY3" fmla="*/ 3139978 h 4428711"/>
              <a:gd name="connsiteX4" fmla="*/ 1503051 w 3208881"/>
              <a:gd name="connsiteY4" fmla="*/ 4428711 h 4428711"/>
              <a:gd name="connsiteX0" fmla="*/ 1503051 w 3215042"/>
              <a:gd name="connsiteY0" fmla="*/ 4428711 h 4428711"/>
              <a:gd name="connsiteX1" fmla="*/ 0 w 3215042"/>
              <a:gd name="connsiteY1" fmla="*/ 2433877 h 4428711"/>
              <a:gd name="connsiteX2" fmla="*/ 1390297 w 3215042"/>
              <a:gd name="connsiteY2" fmla="*/ 0 h 4428711"/>
              <a:gd name="connsiteX3" fmla="*/ 3215042 w 3215042"/>
              <a:gd name="connsiteY3" fmla="*/ 3148153 h 4428711"/>
              <a:gd name="connsiteX4" fmla="*/ 1503051 w 3215042"/>
              <a:gd name="connsiteY4" fmla="*/ 4428711 h 4428711"/>
              <a:gd name="connsiteX0" fmla="*/ 1506487 w 3215042"/>
              <a:gd name="connsiteY0" fmla="*/ 4438939 h 4438939"/>
              <a:gd name="connsiteX1" fmla="*/ 0 w 3215042"/>
              <a:gd name="connsiteY1" fmla="*/ 2433877 h 4438939"/>
              <a:gd name="connsiteX2" fmla="*/ 1390297 w 3215042"/>
              <a:gd name="connsiteY2" fmla="*/ 0 h 4438939"/>
              <a:gd name="connsiteX3" fmla="*/ 3215042 w 3215042"/>
              <a:gd name="connsiteY3" fmla="*/ 3148153 h 4438939"/>
              <a:gd name="connsiteX4" fmla="*/ 1506487 w 3215042"/>
              <a:gd name="connsiteY4" fmla="*/ 4438939 h 4438939"/>
              <a:gd name="connsiteX0" fmla="*/ 1420343 w 3215042"/>
              <a:gd name="connsiteY0" fmla="*/ 4088648 h 4088648"/>
              <a:gd name="connsiteX1" fmla="*/ 0 w 3215042"/>
              <a:gd name="connsiteY1" fmla="*/ 2433877 h 4088648"/>
              <a:gd name="connsiteX2" fmla="*/ 1390297 w 3215042"/>
              <a:gd name="connsiteY2" fmla="*/ 0 h 4088648"/>
              <a:gd name="connsiteX3" fmla="*/ 3215042 w 3215042"/>
              <a:gd name="connsiteY3" fmla="*/ 3148153 h 4088648"/>
              <a:gd name="connsiteX4" fmla="*/ 1420343 w 3215042"/>
              <a:gd name="connsiteY4" fmla="*/ 4088648 h 4088648"/>
              <a:gd name="connsiteX0" fmla="*/ 2750218 w 3215042"/>
              <a:gd name="connsiteY0" fmla="*/ 3480066 h 3480066"/>
              <a:gd name="connsiteX1" fmla="*/ 0 w 3215042"/>
              <a:gd name="connsiteY1" fmla="*/ 2433877 h 3480066"/>
              <a:gd name="connsiteX2" fmla="*/ 1390297 w 3215042"/>
              <a:gd name="connsiteY2" fmla="*/ 0 h 3480066"/>
              <a:gd name="connsiteX3" fmla="*/ 3215042 w 3215042"/>
              <a:gd name="connsiteY3" fmla="*/ 3148153 h 3480066"/>
              <a:gd name="connsiteX4" fmla="*/ 2750218 w 3215042"/>
              <a:gd name="connsiteY4" fmla="*/ 3480066 h 3480066"/>
              <a:gd name="connsiteX0" fmla="*/ 1921864 w 2386688"/>
              <a:gd name="connsiteY0" fmla="*/ 3480066 h 3480066"/>
              <a:gd name="connsiteX1" fmla="*/ 0 w 2386688"/>
              <a:gd name="connsiteY1" fmla="*/ 991285 h 3480066"/>
              <a:gd name="connsiteX2" fmla="*/ 561943 w 2386688"/>
              <a:gd name="connsiteY2" fmla="*/ 0 h 3480066"/>
              <a:gd name="connsiteX3" fmla="*/ 2386688 w 2386688"/>
              <a:gd name="connsiteY3" fmla="*/ 3148153 h 3480066"/>
              <a:gd name="connsiteX4" fmla="*/ 1921864 w 2386688"/>
              <a:gd name="connsiteY4" fmla="*/ 3480066 h 3480066"/>
              <a:gd name="connsiteX0" fmla="*/ 1921864 w 2383252"/>
              <a:gd name="connsiteY0" fmla="*/ 3480066 h 3480066"/>
              <a:gd name="connsiteX1" fmla="*/ 0 w 2383252"/>
              <a:gd name="connsiteY1" fmla="*/ 991285 h 3480066"/>
              <a:gd name="connsiteX2" fmla="*/ 561943 w 2383252"/>
              <a:gd name="connsiteY2" fmla="*/ 0 h 3480066"/>
              <a:gd name="connsiteX3" fmla="*/ 2383252 w 2383252"/>
              <a:gd name="connsiteY3" fmla="*/ 3138147 h 3480066"/>
              <a:gd name="connsiteX4" fmla="*/ 1921864 w 2383252"/>
              <a:gd name="connsiteY4" fmla="*/ 3480066 h 348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52" h="3480066">
                <a:moveTo>
                  <a:pt x="1921864" y="3480066"/>
                </a:moveTo>
                <a:lnTo>
                  <a:pt x="0" y="991285"/>
                </a:lnTo>
                <a:lnTo>
                  <a:pt x="561943" y="0"/>
                </a:lnTo>
                <a:lnTo>
                  <a:pt x="2383252" y="3138147"/>
                </a:lnTo>
                <a:lnTo>
                  <a:pt x="1921864" y="34800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090-0D6F-2B15-3688-F36CB80D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ED29-72B5-B6DB-CB96-2D069E4183E7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01268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1">
            <a:extLst>
              <a:ext uri="{FF2B5EF4-FFF2-40B4-BE49-F238E27FC236}">
                <a16:creationId xmlns:a16="http://schemas.microsoft.com/office/drawing/2014/main" id="{34BF74F0-2EB2-16A3-FBDE-A80374B42673}"/>
              </a:ext>
            </a:extLst>
          </p:cNvPr>
          <p:cNvSpPr/>
          <p:nvPr userDrawn="1"/>
        </p:nvSpPr>
        <p:spPr>
          <a:xfrm>
            <a:off x="0" y="5172094"/>
            <a:ext cx="5932170" cy="1691600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2170" h="1685904">
                <a:moveTo>
                  <a:pt x="0" y="0"/>
                </a:moveTo>
                <a:lnTo>
                  <a:pt x="5932170" y="0"/>
                </a:lnTo>
                <a:lnTo>
                  <a:pt x="4960415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Pentagon 1">
            <a:extLst>
              <a:ext uri="{FF2B5EF4-FFF2-40B4-BE49-F238E27FC236}">
                <a16:creationId xmlns:a16="http://schemas.microsoft.com/office/drawing/2014/main" id="{8273C4E2-E5B1-C405-BE2B-6C568B6EA9C2}"/>
              </a:ext>
            </a:extLst>
          </p:cNvPr>
          <p:cNvSpPr/>
          <p:nvPr userDrawn="1"/>
        </p:nvSpPr>
        <p:spPr>
          <a:xfrm rot="10800000">
            <a:off x="4951644" y="5172094"/>
            <a:ext cx="7246106" cy="1685906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44371 w 5932170"/>
              <a:gd name="connsiteY2" fmla="*/ 1680153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43145"/>
              <a:gd name="connsiteY0" fmla="*/ 0 h 1680210"/>
              <a:gd name="connsiteX1" fmla="*/ 5943145 w 5943145"/>
              <a:gd name="connsiteY1" fmla="*/ 0 h 1680210"/>
              <a:gd name="connsiteX2" fmla="*/ 5144371 w 5943145"/>
              <a:gd name="connsiteY2" fmla="*/ 1680153 h 1680210"/>
              <a:gd name="connsiteX3" fmla="*/ 0 w 5943145"/>
              <a:gd name="connsiteY3" fmla="*/ 1680210 h 1680210"/>
              <a:gd name="connsiteX4" fmla="*/ 0 w 5943145"/>
              <a:gd name="connsiteY4" fmla="*/ 0 h 1680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3145" h="1680210">
                <a:moveTo>
                  <a:pt x="0" y="0"/>
                </a:moveTo>
                <a:lnTo>
                  <a:pt x="5943145" y="0"/>
                </a:lnTo>
                <a:lnTo>
                  <a:pt x="5144371" y="1680153"/>
                </a:lnTo>
                <a:lnTo>
                  <a:pt x="0" y="168021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C345-43E1-CC91-02FC-1C3BB99B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18B4-8EC0-429A-8307-550B7AD1DEFA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3FA376-B76F-802A-6F7C-21CF97C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226D8A-B3D5-4091-A61C-A34CE3B8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Arrow: Pentagon 1">
            <a:extLst>
              <a:ext uri="{FF2B5EF4-FFF2-40B4-BE49-F238E27FC236}">
                <a16:creationId xmlns:a16="http://schemas.microsoft.com/office/drawing/2014/main" id="{50238C67-5F1F-3146-4EAF-ADDE84E0EED8}"/>
              </a:ext>
            </a:extLst>
          </p:cNvPr>
          <p:cNvSpPr/>
          <p:nvPr userDrawn="1"/>
        </p:nvSpPr>
        <p:spPr>
          <a:xfrm>
            <a:off x="0" y="0"/>
            <a:ext cx="8962569" cy="5172094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5185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37176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46849"/>
              <a:gd name="connsiteY0" fmla="*/ 0 h 1685904"/>
              <a:gd name="connsiteX1" fmla="*/ 5946849 w 5946849"/>
              <a:gd name="connsiteY1" fmla="*/ 0 h 1685904"/>
              <a:gd name="connsiteX2" fmla="*/ 3937176 w 5946849"/>
              <a:gd name="connsiteY2" fmla="*/ 1685904 h 1685904"/>
              <a:gd name="connsiteX3" fmla="*/ 0 w 5946849"/>
              <a:gd name="connsiteY3" fmla="*/ 1685406 h 1685904"/>
              <a:gd name="connsiteX4" fmla="*/ 0 w 5946849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6849" h="1685904">
                <a:moveTo>
                  <a:pt x="0" y="0"/>
                </a:moveTo>
                <a:lnTo>
                  <a:pt x="5946849" y="0"/>
                </a:lnTo>
                <a:lnTo>
                  <a:pt x="3937176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FF84B68-B0F8-BA6E-6ED7-5F2DAF5F1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[Add divider text, statement or mention]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4E1F4-EDB9-FEFF-5060-7825C8560B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5077" y="0"/>
            <a:ext cx="6256923" cy="5169856"/>
          </a:xfrm>
          <a:custGeom>
            <a:avLst/>
            <a:gdLst>
              <a:gd name="connsiteX0" fmla="*/ 3027492 w 6256923"/>
              <a:gd name="connsiteY0" fmla="*/ 0 h 5169856"/>
              <a:gd name="connsiteX1" fmla="*/ 6256923 w 6256923"/>
              <a:gd name="connsiteY1" fmla="*/ 0 h 5169856"/>
              <a:gd name="connsiteX2" fmla="*/ 6256923 w 6256923"/>
              <a:gd name="connsiteY2" fmla="*/ 5169856 h 5169856"/>
              <a:gd name="connsiteX3" fmla="*/ 0 w 6256923"/>
              <a:gd name="connsiteY3" fmla="*/ 5169856 h 51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923" h="5169856">
                <a:moveTo>
                  <a:pt x="3027492" y="0"/>
                </a:moveTo>
                <a:lnTo>
                  <a:pt x="6256923" y="0"/>
                </a:lnTo>
                <a:lnTo>
                  <a:pt x="6256923" y="5169856"/>
                </a:lnTo>
                <a:lnTo>
                  <a:pt x="0" y="5169856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56EB81-659A-6BE1-C64D-4C59710555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C514E8F-25C7-8BAB-CE9A-F10E3E5E69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5663" y="0"/>
            <a:ext cx="6255749" cy="5165724"/>
          </a:xfrm>
          <a:custGeom>
            <a:avLst/>
            <a:gdLst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08312 w 6255749"/>
              <a:gd name="connsiteY5" fmla="*/ 9526 h 5165724"/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19165 w 6255749"/>
              <a:gd name="connsiteY5" fmla="*/ 1386 h 5165724"/>
              <a:gd name="connsiteX6" fmla="*/ 6255408 w 6255749"/>
              <a:gd name="connsiteY6" fmla="*/ 0 h 516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5749" h="5165724">
                <a:moveTo>
                  <a:pt x="6255408" y="0"/>
                </a:moveTo>
                <a:lnTo>
                  <a:pt x="6255749" y="0"/>
                </a:lnTo>
                <a:lnTo>
                  <a:pt x="6255749" y="5165724"/>
                </a:lnTo>
                <a:lnTo>
                  <a:pt x="0" y="5165724"/>
                </a:lnTo>
                <a:lnTo>
                  <a:pt x="0" y="5164718"/>
                </a:lnTo>
                <a:lnTo>
                  <a:pt x="3019165" y="1386"/>
                </a:lnTo>
                <a:lnTo>
                  <a:pt x="6255408" y="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942029-3358-E09E-4245-B0DD3B34C3C5}"/>
              </a:ext>
            </a:extLst>
          </p:cNvPr>
          <p:cNvSpPr/>
          <p:nvPr userDrawn="1"/>
        </p:nvSpPr>
        <p:spPr>
          <a:xfrm>
            <a:off x="12269021" y="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35792574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2">
    <p:bg>
      <p:bgPr>
        <a:solidFill>
          <a:srgbClr val="02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F97D6D7-AC79-1D56-A6FA-C421D7E196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6818" y="0"/>
            <a:ext cx="6085182" cy="6858000"/>
          </a:xfrm>
          <a:custGeom>
            <a:avLst/>
            <a:gdLst>
              <a:gd name="connsiteX0" fmla="*/ 6085182 w 6085182"/>
              <a:gd name="connsiteY0" fmla="*/ 0 h 6858000"/>
              <a:gd name="connsiteX1" fmla="*/ 6085182 w 6085182"/>
              <a:gd name="connsiteY1" fmla="*/ 6858000 h 6858000"/>
              <a:gd name="connsiteX2" fmla="*/ 0 w 6085182"/>
              <a:gd name="connsiteY2" fmla="*/ 6858000 h 6858000"/>
              <a:gd name="connsiteX3" fmla="*/ 0 w 6085182"/>
              <a:gd name="connsiteY3" fmla="*/ 4553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5182" h="6858000">
                <a:moveTo>
                  <a:pt x="6085182" y="0"/>
                </a:moveTo>
                <a:lnTo>
                  <a:pt x="6085182" y="6858000"/>
                </a:lnTo>
                <a:lnTo>
                  <a:pt x="0" y="6858000"/>
                </a:lnTo>
                <a:lnTo>
                  <a:pt x="0" y="4553145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4C812B-626F-A983-2C66-856E4140B049}"/>
              </a:ext>
            </a:extLst>
          </p:cNvPr>
          <p:cNvSpPr/>
          <p:nvPr userDrawn="1"/>
        </p:nvSpPr>
        <p:spPr>
          <a:xfrm>
            <a:off x="-2" y="-246"/>
            <a:ext cx="6096001" cy="6858246"/>
          </a:xfrm>
          <a:prstGeom prst="rect">
            <a:avLst/>
          </a:prstGeom>
          <a:solidFill>
            <a:srgbClr val="021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972A0E5-3C22-CFC8-FBFF-E915611E6FE0}"/>
              </a:ext>
            </a:extLst>
          </p:cNvPr>
          <p:cNvSpPr/>
          <p:nvPr userDrawn="1"/>
        </p:nvSpPr>
        <p:spPr>
          <a:xfrm rot="10800000" flipH="1">
            <a:off x="6095998" y="-250"/>
            <a:ext cx="6096002" cy="456124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4F891-9813-183A-A245-1CB670A59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7378" y="4559609"/>
            <a:ext cx="3828620" cy="2298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EB2F3-179D-7B1B-13BC-F850A8AE1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/>
          <a:p>
            <a:r>
              <a:rPr lang="en-US" dirty="0"/>
              <a:t>[Add divider text, statement or mention]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785B4-9921-0B66-6B0E-DACB8557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EFC2A-47EA-4919-B452-4EC20657A092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22858-B3F8-C598-38C3-777D229C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A55A-B9C6-3265-6358-745998F9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C42065-81FC-852B-F714-81B3BE63EF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4F97A55-CDD7-1CA6-FB06-CDFFBE52B7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6096000 w 6096000"/>
              <a:gd name="connsiteY0" fmla="*/ 0 h 6858000"/>
              <a:gd name="connsiteX1" fmla="*/ 6096000 w 6096000"/>
              <a:gd name="connsiteY1" fmla="*/ 6858000 h 6858000"/>
              <a:gd name="connsiteX2" fmla="*/ 0 w 6096000"/>
              <a:gd name="connsiteY2" fmla="*/ 6858000 h 6858000"/>
              <a:gd name="connsiteX3" fmla="*/ 0 w 6096000"/>
              <a:gd name="connsiteY3" fmla="*/ 45612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6096000" y="0"/>
                </a:moveTo>
                <a:lnTo>
                  <a:pt x="6096000" y="6858000"/>
                </a:lnTo>
                <a:lnTo>
                  <a:pt x="0" y="6858000"/>
                </a:lnTo>
                <a:lnTo>
                  <a:pt x="0" y="456124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14B85C-C44D-C4C8-58D4-11B8535AE41F}"/>
              </a:ext>
            </a:extLst>
          </p:cNvPr>
          <p:cNvSpPr/>
          <p:nvPr userDrawn="1"/>
        </p:nvSpPr>
        <p:spPr>
          <a:xfrm>
            <a:off x="12269021" y="-25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856722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/ 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1">
            <a:extLst>
              <a:ext uri="{FF2B5EF4-FFF2-40B4-BE49-F238E27FC236}">
                <a16:creationId xmlns:a16="http://schemas.microsoft.com/office/drawing/2014/main" id="{34BF74F0-2EB2-16A3-FBDE-A80374B42673}"/>
              </a:ext>
            </a:extLst>
          </p:cNvPr>
          <p:cNvSpPr/>
          <p:nvPr userDrawn="1"/>
        </p:nvSpPr>
        <p:spPr>
          <a:xfrm>
            <a:off x="0" y="5172094"/>
            <a:ext cx="5932170" cy="1691600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2170" h="1685904">
                <a:moveTo>
                  <a:pt x="0" y="0"/>
                </a:moveTo>
                <a:lnTo>
                  <a:pt x="5932170" y="0"/>
                </a:lnTo>
                <a:lnTo>
                  <a:pt x="4960415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Pentagon 1">
            <a:extLst>
              <a:ext uri="{FF2B5EF4-FFF2-40B4-BE49-F238E27FC236}">
                <a16:creationId xmlns:a16="http://schemas.microsoft.com/office/drawing/2014/main" id="{8273C4E2-E5B1-C405-BE2B-6C568B6EA9C2}"/>
              </a:ext>
            </a:extLst>
          </p:cNvPr>
          <p:cNvSpPr/>
          <p:nvPr userDrawn="1"/>
        </p:nvSpPr>
        <p:spPr>
          <a:xfrm rot="10800000">
            <a:off x="4951644" y="5172094"/>
            <a:ext cx="7246106" cy="1685906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44371 w 5932170"/>
              <a:gd name="connsiteY2" fmla="*/ 1680153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43145"/>
              <a:gd name="connsiteY0" fmla="*/ 0 h 1680210"/>
              <a:gd name="connsiteX1" fmla="*/ 5943145 w 5943145"/>
              <a:gd name="connsiteY1" fmla="*/ 0 h 1680210"/>
              <a:gd name="connsiteX2" fmla="*/ 5144371 w 5943145"/>
              <a:gd name="connsiteY2" fmla="*/ 1680153 h 1680210"/>
              <a:gd name="connsiteX3" fmla="*/ 0 w 5943145"/>
              <a:gd name="connsiteY3" fmla="*/ 1680210 h 1680210"/>
              <a:gd name="connsiteX4" fmla="*/ 0 w 5943145"/>
              <a:gd name="connsiteY4" fmla="*/ 0 h 1680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3145" h="1680210">
                <a:moveTo>
                  <a:pt x="0" y="0"/>
                </a:moveTo>
                <a:lnTo>
                  <a:pt x="5943145" y="0"/>
                </a:lnTo>
                <a:lnTo>
                  <a:pt x="5144371" y="1680153"/>
                </a:lnTo>
                <a:lnTo>
                  <a:pt x="0" y="168021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C345-43E1-CC91-02FC-1C3BB99B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CFB1-6E98-46AC-8DB5-91A9BB1EB9D7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3FA376-B76F-802A-6F7C-21CF97C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226D8A-B3D5-4091-A61C-A34CE3B8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Arrow: Pentagon 1">
            <a:extLst>
              <a:ext uri="{FF2B5EF4-FFF2-40B4-BE49-F238E27FC236}">
                <a16:creationId xmlns:a16="http://schemas.microsoft.com/office/drawing/2014/main" id="{50238C67-5F1F-3146-4EAF-ADDE84E0EED8}"/>
              </a:ext>
            </a:extLst>
          </p:cNvPr>
          <p:cNvSpPr/>
          <p:nvPr userDrawn="1"/>
        </p:nvSpPr>
        <p:spPr>
          <a:xfrm>
            <a:off x="0" y="0"/>
            <a:ext cx="8962569" cy="5172094"/>
          </a:xfrm>
          <a:custGeom>
            <a:avLst/>
            <a:gdLst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932170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932170 w 5932170"/>
              <a:gd name="connsiteY2" fmla="*/ 840105 h 1680210"/>
              <a:gd name="connsiteX3" fmla="*/ 5208114 w 5932170"/>
              <a:gd name="connsiteY3" fmla="*/ 1680210 h 1680210"/>
              <a:gd name="connsiteX4" fmla="*/ 0 w 5932170"/>
              <a:gd name="connsiteY4" fmla="*/ 1680210 h 1680210"/>
              <a:gd name="connsiteX5" fmla="*/ 0 w 5932170"/>
              <a:gd name="connsiteY5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208114 w 5932170"/>
              <a:gd name="connsiteY2" fmla="*/ 1680210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5103612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894607 w 5932170"/>
              <a:gd name="connsiteY2" fmla="*/ 1672745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0210"/>
              <a:gd name="connsiteX1" fmla="*/ 5932170 w 5932170"/>
              <a:gd name="connsiteY1" fmla="*/ 0 h 1680210"/>
              <a:gd name="connsiteX2" fmla="*/ 4972984 w 5932170"/>
              <a:gd name="connsiteY2" fmla="*/ 1676478 h 1680210"/>
              <a:gd name="connsiteX3" fmla="*/ 0 w 5932170"/>
              <a:gd name="connsiteY3" fmla="*/ 1680210 h 1680210"/>
              <a:gd name="connsiteX4" fmla="*/ 0 w 5932170"/>
              <a:gd name="connsiteY4" fmla="*/ 0 h 1680210"/>
              <a:gd name="connsiteX0" fmla="*/ 0 w 5932170"/>
              <a:gd name="connsiteY0" fmla="*/ 0 h 1682762"/>
              <a:gd name="connsiteX1" fmla="*/ 5932170 w 5932170"/>
              <a:gd name="connsiteY1" fmla="*/ 0 h 1682762"/>
              <a:gd name="connsiteX2" fmla="*/ 4966700 w 5932170"/>
              <a:gd name="connsiteY2" fmla="*/ 1682762 h 1682762"/>
              <a:gd name="connsiteX3" fmla="*/ 0 w 5932170"/>
              <a:gd name="connsiteY3" fmla="*/ 1680210 h 1682762"/>
              <a:gd name="connsiteX4" fmla="*/ 0 w 5932170"/>
              <a:gd name="connsiteY4" fmla="*/ 0 h 1682762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0210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496041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51855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32170"/>
              <a:gd name="connsiteY0" fmla="*/ 0 h 1685904"/>
              <a:gd name="connsiteX1" fmla="*/ 5932170 w 5932170"/>
              <a:gd name="connsiteY1" fmla="*/ 0 h 1685904"/>
              <a:gd name="connsiteX2" fmla="*/ 3937176 w 5932170"/>
              <a:gd name="connsiteY2" fmla="*/ 1685904 h 1685904"/>
              <a:gd name="connsiteX3" fmla="*/ 0 w 5932170"/>
              <a:gd name="connsiteY3" fmla="*/ 1685406 h 1685904"/>
              <a:gd name="connsiteX4" fmla="*/ 0 w 5932170"/>
              <a:gd name="connsiteY4" fmla="*/ 0 h 1685904"/>
              <a:gd name="connsiteX0" fmla="*/ 0 w 5946849"/>
              <a:gd name="connsiteY0" fmla="*/ 0 h 1685904"/>
              <a:gd name="connsiteX1" fmla="*/ 5946849 w 5946849"/>
              <a:gd name="connsiteY1" fmla="*/ 0 h 1685904"/>
              <a:gd name="connsiteX2" fmla="*/ 3937176 w 5946849"/>
              <a:gd name="connsiteY2" fmla="*/ 1685904 h 1685904"/>
              <a:gd name="connsiteX3" fmla="*/ 0 w 5946849"/>
              <a:gd name="connsiteY3" fmla="*/ 1685406 h 1685904"/>
              <a:gd name="connsiteX4" fmla="*/ 0 w 5946849"/>
              <a:gd name="connsiteY4" fmla="*/ 0 h 16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6849" h="1685904">
                <a:moveTo>
                  <a:pt x="0" y="0"/>
                </a:moveTo>
                <a:lnTo>
                  <a:pt x="5946849" y="0"/>
                </a:lnTo>
                <a:lnTo>
                  <a:pt x="3937176" y="1685904"/>
                </a:lnTo>
                <a:lnTo>
                  <a:pt x="0" y="168540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FF84B68-B0F8-BA6E-6ED7-5F2DAF5F1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5449767" cy="4103915"/>
          </a:xfrm>
        </p:spPr>
        <p:txBody>
          <a:bodyPr anchor="ctr"/>
          <a:lstStyle/>
          <a:p>
            <a:r>
              <a:rPr lang="en-US" dirty="0"/>
              <a:t>[Add divider text, statement or mention]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31E00A-4BE8-D153-6595-F8F457594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5077" y="0"/>
            <a:ext cx="6256923" cy="5169856"/>
          </a:xfrm>
          <a:custGeom>
            <a:avLst/>
            <a:gdLst>
              <a:gd name="connsiteX0" fmla="*/ 3027492 w 6256923"/>
              <a:gd name="connsiteY0" fmla="*/ 0 h 5169856"/>
              <a:gd name="connsiteX1" fmla="*/ 6256923 w 6256923"/>
              <a:gd name="connsiteY1" fmla="*/ 0 h 5169856"/>
              <a:gd name="connsiteX2" fmla="*/ 6256923 w 6256923"/>
              <a:gd name="connsiteY2" fmla="*/ 5169856 h 5169856"/>
              <a:gd name="connsiteX3" fmla="*/ 0 w 6256923"/>
              <a:gd name="connsiteY3" fmla="*/ 5169856 h 516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923" h="5169856">
                <a:moveTo>
                  <a:pt x="3027492" y="0"/>
                </a:moveTo>
                <a:lnTo>
                  <a:pt x="6256923" y="0"/>
                </a:lnTo>
                <a:lnTo>
                  <a:pt x="6256923" y="5169856"/>
                </a:lnTo>
                <a:lnTo>
                  <a:pt x="0" y="5169856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DDA66FB-9855-66EA-7F2F-1D043646DB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A0BB1-2A35-2130-6F25-4ED86B5EA8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5663" y="0"/>
            <a:ext cx="6255749" cy="5165724"/>
          </a:xfrm>
          <a:custGeom>
            <a:avLst/>
            <a:gdLst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08312 w 6255749"/>
              <a:gd name="connsiteY5" fmla="*/ 9526 h 5165724"/>
              <a:gd name="connsiteX0" fmla="*/ 6255408 w 6255749"/>
              <a:gd name="connsiteY0" fmla="*/ 0 h 5165724"/>
              <a:gd name="connsiteX1" fmla="*/ 6255749 w 6255749"/>
              <a:gd name="connsiteY1" fmla="*/ 0 h 5165724"/>
              <a:gd name="connsiteX2" fmla="*/ 6255749 w 6255749"/>
              <a:gd name="connsiteY2" fmla="*/ 5165724 h 5165724"/>
              <a:gd name="connsiteX3" fmla="*/ 0 w 6255749"/>
              <a:gd name="connsiteY3" fmla="*/ 5165724 h 5165724"/>
              <a:gd name="connsiteX4" fmla="*/ 0 w 6255749"/>
              <a:gd name="connsiteY4" fmla="*/ 5164718 h 5165724"/>
              <a:gd name="connsiteX5" fmla="*/ 3019165 w 6255749"/>
              <a:gd name="connsiteY5" fmla="*/ 1386 h 5165724"/>
              <a:gd name="connsiteX6" fmla="*/ 6255408 w 6255749"/>
              <a:gd name="connsiteY6" fmla="*/ 0 h 516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5749" h="5165724">
                <a:moveTo>
                  <a:pt x="6255408" y="0"/>
                </a:moveTo>
                <a:lnTo>
                  <a:pt x="6255749" y="0"/>
                </a:lnTo>
                <a:lnTo>
                  <a:pt x="6255749" y="5165724"/>
                </a:lnTo>
                <a:lnTo>
                  <a:pt x="0" y="5165724"/>
                </a:lnTo>
                <a:lnTo>
                  <a:pt x="0" y="5164718"/>
                </a:lnTo>
                <a:lnTo>
                  <a:pt x="3019165" y="1386"/>
                </a:lnTo>
                <a:lnTo>
                  <a:pt x="6255408" y="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73E4F-A313-DB01-2549-F1D5D8BA9E4F}"/>
              </a:ext>
            </a:extLst>
          </p:cNvPr>
          <p:cNvSpPr/>
          <p:nvPr userDrawn="1"/>
        </p:nvSpPr>
        <p:spPr>
          <a:xfrm>
            <a:off x="12269021" y="0"/>
            <a:ext cx="1199151" cy="1328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To insert a custom image, use the icon in the image placeholder.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2"/>
                </a:solidFill>
              </a:rPr>
              <a:t>If the inserted image needs to be adjusted / cropped inside the placeholder, select the image, and use the Crop tool on the Image Tab.  </a:t>
            </a:r>
          </a:p>
        </p:txBody>
      </p:sp>
    </p:spTree>
    <p:extLst>
      <p:ext uri="{BB962C8B-B14F-4D97-AF65-F5344CB8AC3E}">
        <p14:creationId xmlns:p14="http://schemas.microsoft.com/office/powerpoint/2010/main" val="1218952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71D00-5D04-59F8-44DC-32D8198CAE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231AD9-1020-6EB9-F8F5-EE225EFE790D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4951160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DB8F-D9D1-4660-AC76-C59F09B5AE18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11DBA2B1-E012-D74A-F293-EA11CE61FA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655" y="1740333"/>
            <a:ext cx="2063908" cy="3889683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42">
            <a:extLst>
              <a:ext uri="{FF2B5EF4-FFF2-40B4-BE49-F238E27FC236}">
                <a16:creationId xmlns:a16="http://schemas.microsoft.com/office/drawing/2014/main" id="{6E475DC3-D64D-A1A3-4E12-238B4EEFBA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45700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FA2F3AF6-8049-3C23-1F80-F311FBA34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8371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28214196-2FF6-AA15-5266-8BFEADF155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51041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 flip="none" rotWithShape="1"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  <a:tileRect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CED8AE5E-7C21-B522-2007-E566DA33EB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740" y="1911993"/>
            <a:ext cx="1729562" cy="1734721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2C18A158-76A4-F133-F7CD-4C5922C7B75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0778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4" name="Picture Placeholder 25">
            <a:extLst>
              <a:ext uri="{FF2B5EF4-FFF2-40B4-BE49-F238E27FC236}">
                <a16:creationId xmlns:a16="http://schemas.microsoft.com/office/drawing/2014/main" id="{5C54681A-BC2A-3B1C-9016-4E00CAAA3F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3450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25" name="Picture Placeholder 27">
            <a:extLst>
              <a:ext uri="{FF2B5EF4-FFF2-40B4-BE49-F238E27FC236}">
                <a16:creationId xmlns:a16="http://schemas.microsoft.com/office/drawing/2014/main" id="{618C0DCA-6634-EDC8-726F-F8AD02BAFD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26120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394093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0">
            <a:extLst>
              <a:ext uri="{FF2B5EF4-FFF2-40B4-BE49-F238E27FC236}">
                <a16:creationId xmlns:a16="http://schemas.microsoft.com/office/drawing/2014/main" id="{4B7A3F10-F9C6-2DEF-3255-5D66542E46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6655" y="1740333"/>
            <a:ext cx="2063908" cy="3889683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B534BD12-F515-A24D-1B5C-36D77F71F7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5220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B69B4B29-70BF-C058-13D7-7B01501941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1032" y="1740333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8">
            <a:extLst>
              <a:ext uri="{FF2B5EF4-FFF2-40B4-BE49-F238E27FC236}">
                <a16:creationId xmlns:a16="http://schemas.microsoft.com/office/drawing/2014/main" id="{970239FF-E27F-69EE-C7B1-BF2DA2E0BD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6844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 flip="none" rotWithShape="1"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  <a:tileRect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53BECE09-E480-AD54-51D1-067C88563D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51653" y="1737027"/>
            <a:ext cx="2060448" cy="3892989"/>
          </a:xfrm>
          <a:gradFill>
            <a:gsLst>
              <a:gs pos="0">
                <a:srgbClr val="340096">
                  <a:alpha val="36000"/>
                  <a:lumMod val="50000"/>
                </a:srgbClr>
              </a:gs>
              <a:gs pos="100000">
                <a:srgbClr val="340096">
                  <a:alpha val="0"/>
                </a:srgbClr>
              </a:gs>
            </a:gsLst>
            <a:lin ang="5400000" scaled="1"/>
          </a:gradFill>
          <a:ln w="19050">
            <a:gradFill>
              <a:gsLst>
                <a:gs pos="16000">
                  <a:srgbClr val="762EFF">
                    <a:alpha val="64000"/>
                  </a:srgbClr>
                </a:gs>
                <a:gs pos="0">
                  <a:srgbClr val="E4D5FF">
                    <a:alpha val="59000"/>
                    <a:lumMod val="20000"/>
                    <a:lumOff val="80000"/>
                  </a:srgbClr>
                </a:gs>
                <a:gs pos="73000">
                  <a:srgbClr val="AD82FF">
                    <a:alpha val="0"/>
                    <a:lumMod val="60000"/>
                    <a:lumOff val="40000"/>
                  </a:srgbClr>
                </a:gs>
              </a:gsLst>
              <a:lin ang="4200000" scaled="0"/>
            </a:gradFill>
          </a:ln>
        </p:spPr>
        <p:txBody>
          <a:bodyPr lIns="164592" tIns="2039112" rIns="164592" bIns="91440" anchor="t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 cap="none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[First + last name] “enter” + “tab” to add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913D1-FA5D-AA51-7BE2-537BC0D37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78097-B5DC-96C8-0C3C-3FFFBC2B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D7ED8-CE04-492D-BC99-73D80C6B16E1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E171C-DF8C-0DF4-D063-59012A2E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0F029-9D4E-6DB1-FC78-FD05C488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C56A4A5-D897-EB82-EC4D-15C8C76881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740" y="1911993"/>
            <a:ext cx="1729562" cy="1734721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BA785EFA-BDFA-2FD1-B8BA-A92839CABA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08015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8" name="Picture Placeholder 25">
            <a:extLst>
              <a:ext uri="{FF2B5EF4-FFF2-40B4-BE49-F238E27FC236}">
                <a16:creationId xmlns:a16="http://schemas.microsoft.com/office/drawing/2014/main" id="{088C8635-CFBA-D4A6-FE35-7905028A0B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93827" y="1911993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F8770B47-39E8-D06B-B01C-C34F2FC97F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81922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  <p:sp>
        <p:nvSpPr>
          <p:cNvPr id="19" name="Picture Placeholder 27">
            <a:extLst>
              <a:ext uri="{FF2B5EF4-FFF2-40B4-BE49-F238E27FC236}">
                <a16:creationId xmlns:a16="http://schemas.microsoft.com/office/drawing/2014/main" id="{1C9E4372-2667-DFFB-CA58-6C2CD291175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824448" y="1908687"/>
            <a:ext cx="1710291" cy="1708580"/>
          </a:xfr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Drag picture to placeholder or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7213289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C61335-AF1B-6D88-6CB3-7FB331955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59" b="11754"/>
          <a:stretch/>
        </p:blipFill>
        <p:spPr>
          <a:xfrm>
            <a:off x="-268263" y="0"/>
            <a:ext cx="1271693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39DBFB-6F75-ADA4-704B-F82E5109CA14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41225490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D239-1871-2A1F-29F3-BD2B3F67F0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50" y="365125"/>
            <a:ext cx="9848132" cy="2612015"/>
          </a:xfrm>
        </p:spPr>
        <p:txBody>
          <a:bodyPr anchor="b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section headline]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FEAD5-7613-0B17-648A-9BEB4CAB2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250" y="3143266"/>
            <a:ext cx="9848132" cy="795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/ Presenter Name,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F9C78-3636-46EB-96A2-8B8959D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5CD8-CCBD-437F-AABB-B109FF51361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5A38-7750-7523-2517-AFF7E342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D4275C-C6E9-83CE-2F9E-EF5EEED27BFC}"/>
              </a:ext>
            </a:extLst>
          </p:cNvPr>
          <p:cNvGrpSpPr/>
          <p:nvPr userDrawn="1"/>
        </p:nvGrpSpPr>
        <p:grpSpPr>
          <a:xfrm>
            <a:off x="3525702" y="81277"/>
            <a:ext cx="9366450" cy="6776723"/>
            <a:chOff x="3525702" y="81277"/>
            <a:chExt cx="9366450" cy="6776723"/>
          </a:xfrm>
        </p:grpSpPr>
        <p:sp>
          <p:nvSpPr>
            <p:cNvPr id="8" name="Right Triangle 2">
              <a:extLst>
                <a:ext uri="{FF2B5EF4-FFF2-40B4-BE49-F238E27FC236}">
                  <a16:creationId xmlns:a16="http://schemas.microsoft.com/office/drawing/2014/main" id="{18B06690-16EF-1C32-E01C-0A08B1285DC5}"/>
                </a:ext>
              </a:extLst>
            </p:cNvPr>
            <p:cNvSpPr/>
            <p:nvPr userDrawn="1"/>
          </p:nvSpPr>
          <p:spPr>
            <a:xfrm rot="16200000">
              <a:off x="5731803" y="1443847"/>
              <a:ext cx="3208052" cy="7620254"/>
            </a:xfrm>
            <a:custGeom>
              <a:avLst/>
              <a:gdLst>
                <a:gd name="connsiteX0" fmla="*/ 0 w 3080478"/>
                <a:gd name="connsiteY0" fmla="*/ 7220204 h 7220204"/>
                <a:gd name="connsiteX1" fmla="*/ 0 w 3080478"/>
                <a:gd name="connsiteY1" fmla="*/ 0 h 7220204"/>
                <a:gd name="connsiteX2" fmla="*/ 3080478 w 3080478"/>
                <a:gd name="connsiteY2" fmla="*/ 7220204 h 7220204"/>
                <a:gd name="connsiteX3" fmla="*/ 0 w 3080478"/>
                <a:gd name="connsiteY3" fmla="*/ 7220204 h 7220204"/>
                <a:gd name="connsiteX0" fmla="*/ 0 w 3236341"/>
                <a:gd name="connsiteY0" fmla="*/ 7220204 h 7620254"/>
                <a:gd name="connsiteX1" fmla="*/ 0 w 3236341"/>
                <a:gd name="connsiteY1" fmla="*/ 0 h 7620254"/>
                <a:gd name="connsiteX2" fmla="*/ 3236341 w 3236341"/>
                <a:gd name="connsiteY2" fmla="*/ 7620254 h 7620254"/>
                <a:gd name="connsiteX3" fmla="*/ 0 w 3236341"/>
                <a:gd name="connsiteY3" fmla="*/ 7220204 h 7620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341" h="7620254">
                  <a:moveTo>
                    <a:pt x="0" y="7220204"/>
                  </a:moveTo>
                  <a:lnTo>
                    <a:pt x="0" y="0"/>
                  </a:lnTo>
                  <a:lnTo>
                    <a:pt x="3236341" y="7620254"/>
                  </a:lnTo>
                  <a:lnTo>
                    <a:pt x="0" y="7220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7">
              <a:extLst>
                <a:ext uri="{FF2B5EF4-FFF2-40B4-BE49-F238E27FC236}">
                  <a16:creationId xmlns:a16="http://schemas.microsoft.com/office/drawing/2014/main" id="{32849439-FA95-1807-60C5-1621147AF273}"/>
                </a:ext>
              </a:extLst>
            </p:cNvPr>
            <p:cNvSpPr/>
            <p:nvPr userDrawn="1"/>
          </p:nvSpPr>
          <p:spPr>
            <a:xfrm rot="13020306">
              <a:off x="10508900" y="81277"/>
              <a:ext cx="2383252" cy="3557165"/>
            </a:xfrm>
            <a:custGeom>
              <a:avLst/>
              <a:gdLst>
                <a:gd name="connsiteX0" fmla="*/ 0 w 2989034"/>
                <a:gd name="connsiteY0" fmla="*/ 3747387 h 3747387"/>
                <a:gd name="connsiteX1" fmla="*/ 1494517 w 2989034"/>
                <a:gd name="connsiteY1" fmla="*/ 0 h 3747387"/>
                <a:gd name="connsiteX2" fmla="*/ 2989034 w 2989034"/>
                <a:gd name="connsiteY2" fmla="*/ 3747387 h 3747387"/>
                <a:gd name="connsiteX3" fmla="*/ 0 w 2989034"/>
                <a:gd name="connsiteY3" fmla="*/ 3747387 h 3747387"/>
                <a:gd name="connsiteX0" fmla="*/ 0 w 3309786"/>
                <a:gd name="connsiteY0" fmla="*/ 3747387 h 3747387"/>
                <a:gd name="connsiteX1" fmla="*/ 1494517 w 3309786"/>
                <a:gd name="connsiteY1" fmla="*/ 0 h 3747387"/>
                <a:gd name="connsiteX2" fmla="*/ 3309786 w 3309786"/>
                <a:gd name="connsiteY2" fmla="*/ 3180929 h 3747387"/>
                <a:gd name="connsiteX3" fmla="*/ 0 w 3309786"/>
                <a:gd name="connsiteY3" fmla="*/ 3747387 h 3747387"/>
                <a:gd name="connsiteX0" fmla="*/ 91038 w 1815269"/>
                <a:gd name="connsiteY0" fmla="*/ 4479261 h 4479261"/>
                <a:gd name="connsiteX1" fmla="*/ 0 w 1815269"/>
                <a:gd name="connsiteY1" fmla="*/ 0 h 4479261"/>
                <a:gd name="connsiteX2" fmla="*/ 1815269 w 1815269"/>
                <a:gd name="connsiteY2" fmla="*/ 3180929 h 4479261"/>
                <a:gd name="connsiteX3" fmla="*/ 91038 w 1815269"/>
                <a:gd name="connsiteY3" fmla="*/ 4479261 h 4479261"/>
                <a:gd name="connsiteX0" fmla="*/ 91038 w 1815269"/>
                <a:gd name="connsiteY0" fmla="*/ 4479261 h 4479261"/>
                <a:gd name="connsiteX1" fmla="*/ 78524 w 1815269"/>
                <a:gd name="connsiteY1" fmla="*/ 4014238 h 4479261"/>
                <a:gd name="connsiteX2" fmla="*/ 0 w 1815269"/>
                <a:gd name="connsiteY2" fmla="*/ 0 h 4479261"/>
                <a:gd name="connsiteX3" fmla="*/ 1815269 w 1815269"/>
                <a:gd name="connsiteY3" fmla="*/ 3180929 h 4479261"/>
                <a:gd name="connsiteX4" fmla="*/ 91038 w 1815269"/>
                <a:gd name="connsiteY4" fmla="*/ 4479261 h 4479261"/>
                <a:gd name="connsiteX0" fmla="*/ 1494918 w 3219149"/>
                <a:gd name="connsiteY0" fmla="*/ 4479261 h 4479261"/>
                <a:gd name="connsiteX1" fmla="*/ 0 w 3219149"/>
                <a:gd name="connsiteY1" fmla="*/ 2461205 h 4479261"/>
                <a:gd name="connsiteX2" fmla="*/ 1403880 w 3219149"/>
                <a:gd name="connsiteY2" fmla="*/ 0 h 4479261"/>
                <a:gd name="connsiteX3" fmla="*/ 3219149 w 3219149"/>
                <a:gd name="connsiteY3" fmla="*/ 3180929 h 4479261"/>
                <a:gd name="connsiteX4" fmla="*/ 1494918 w 3219149"/>
                <a:gd name="connsiteY4" fmla="*/ 4479261 h 4479261"/>
                <a:gd name="connsiteX0" fmla="*/ 1505145 w 3219149"/>
                <a:gd name="connsiteY0" fmla="*/ 4475824 h 4475824"/>
                <a:gd name="connsiteX1" fmla="*/ 0 w 3219149"/>
                <a:gd name="connsiteY1" fmla="*/ 2461205 h 4475824"/>
                <a:gd name="connsiteX2" fmla="*/ 1403880 w 3219149"/>
                <a:gd name="connsiteY2" fmla="*/ 0 h 4475824"/>
                <a:gd name="connsiteX3" fmla="*/ 3219149 w 3219149"/>
                <a:gd name="connsiteY3" fmla="*/ 3180929 h 4475824"/>
                <a:gd name="connsiteX4" fmla="*/ 1505145 w 3219149"/>
                <a:gd name="connsiteY4" fmla="*/ 4475824 h 4475824"/>
                <a:gd name="connsiteX0" fmla="*/ 1511534 w 3219149"/>
                <a:gd name="connsiteY0" fmla="*/ 4291563 h 4291563"/>
                <a:gd name="connsiteX1" fmla="*/ 0 w 3219149"/>
                <a:gd name="connsiteY1" fmla="*/ 2461205 h 4291563"/>
                <a:gd name="connsiteX2" fmla="*/ 1403880 w 3219149"/>
                <a:gd name="connsiteY2" fmla="*/ 0 h 4291563"/>
                <a:gd name="connsiteX3" fmla="*/ 3219149 w 3219149"/>
                <a:gd name="connsiteY3" fmla="*/ 3180929 h 4291563"/>
                <a:gd name="connsiteX4" fmla="*/ 1511534 w 3219149"/>
                <a:gd name="connsiteY4" fmla="*/ 4291563 h 4291563"/>
                <a:gd name="connsiteX0" fmla="*/ 1499655 w 3219149"/>
                <a:gd name="connsiteY0" fmla="*/ 4462871 h 4462871"/>
                <a:gd name="connsiteX1" fmla="*/ 0 w 3219149"/>
                <a:gd name="connsiteY1" fmla="*/ 2461205 h 4462871"/>
                <a:gd name="connsiteX2" fmla="*/ 1403880 w 3219149"/>
                <a:gd name="connsiteY2" fmla="*/ 0 h 4462871"/>
                <a:gd name="connsiteX3" fmla="*/ 3219149 w 3219149"/>
                <a:gd name="connsiteY3" fmla="*/ 3180929 h 4462871"/>
                <a:gd name="connsiteX4" fmla="*/ 1499655 w 3219149"/>
                <a:gd name="connsiteY4" fmla="*/ 4462871 h 4462871"/>
                <a:gd name="connsiteX0" fmla="*/ 1499655 w 3214370"/>
                <a:gd name="connsiteY0" fmla="*/ 4462871 h 4462871"/>
                <a:gd name="connsiteX1" fmla="*/ 0 w 3214370"/>
                <a:gd name="connsiteY1" fmla="*/ 2461205 h 4462871"/>
                <a:gd name="connsiteX2" fmla="*/ 1403880 w 3214370"/>
                <a:gd name="connsiteY2" fmla="*/ 0 h 4462871"/>
                <a:gd name="connsiteX3" fmla="*/ 3214370 w 3214370"/>
                <a:gd name="connsiteY3" fmla="*/ 3180258 h 4462871"/>
                <a:gd name="connsiteX4" fmla="*/ 1499655 w 3214370"/>
                <a:gd name="connsiteY4" fmla="*/ 4462871 h 4462871"/>
                <a:gd name="connsiteX0" fmla="*/ 1499655 w 3214370"/>
                <a:gd name="connsiteY0" fmla="*/ 4373505 h 4373505"/>
                <a:gd name="connsiteX1" fmla="*/ 0 w 3214370"/>
                <a:gd name="connsiteY1" fmla="*/ 2371839 h 4373505"/>
                <a:gd name="connsiteX2" fmla="*/ 1415692 w 3214370"/>
                <a:gd name="connsiteY2" fmla="*/ 0 h 4373505"/>
                <a:gd name="connsiteX3" fmla="*/ 3214370 w 3214370"/>
                <a:gd name="connsiteY3" fmla="*/ 3090892 h 4373505"/>
                <a:gd name="connsiteX4" fmla="*/ 1499655 w 3214370"/>
                <a:gd name="connsiteY4" fmla="*/ 4373505 h 4373505"/>
                <a:gd name="connsiteX0" fmla="*/ 1499655 w 3214370"/>
                <a:gd name="connsiteY0" fmla="*/ 4435543 h 4435543"/>
                <a:gd name="connsiteX1" fmla="*/ 0 w 3214370"/>
                <a:gd name="connsiteY1" fmla="*/ 2433877 h 4435543"/>
                <a:gd name="connsiteX2" fmla="*/ 1390297 w 3214370"/>
                <a:gd name="connsiteY2" fmla="*/ 0 h 4435543"/>
                <a:gd name="connsiteX3" fmla="*/ 3214370 w 3214370"/>
                <a:gd name="connsiteY3" fmla="*/ 3152930 h 4435543"/>
                <a:gd name="connsiteX4" fmla="*/ 1499655 w 3214370"/>
                <a:gd name="connsiteY4" fmla="*/ 4435543 h 4435543"/>
                <a:gd name="connsiteX0" fmla="*/ 1499655 w 3237631"/>
                <a:gd name="connsiteY0" fmla="*/ 4435543 h 4435543"/>
                <a:gd name="connsiteX1" fmla="*/ 0 w 3237631"/>
                <a:gd name="connsiteY1" fmla="*/ 2433877 h 4435543"/>
                <a:gd name="connsiteX2" fmla="*/ 1390297 w 3237631"/>
                <a:gd name="connsiteY2" fmla="*/ 0 h 4435543"/>
                <a:gd name="connsiteX3" fmla="*/ 3237631 w 3237631"/>
                <a:gd name="connsiteY3" fmla="*/ 3178124 h 4435543"/>
                <a:gd name="connsiteX4" fmla="*/ 1499655 w 3237631"/>
                <a:gd name="connsiteY4" fmla="*/ 4435543 h 4435543"/>
                <a:gd name="connsiteX0" fmla="*/ 1499655 w 3208881"/>
                <a:gd name="connsiteY0" fmla="*/ 4435543 h 4435543"/>
                <a:gd name="connsiteX1" fmla="*/ 0 w 3208881"/>
                <a:gd name="connsiteY1" fmla="*/ 2433877 h 4435543"/>
                <a:gd name="connsiteX2" fmla="*/ 1390297 w 3208881"/>
                <a:gd name="connsiteY2" fmla="*/ 0 h 4435543"/>
                <a:gd name="connsiteX3" fmla="*/ 3208881 w 3208881"/>
                <a:gd name="connsiteY3" fmla="*/ 3139978 h 4435543"/>
                <a:gd name="connsiteX4" fmla="*/ 1499655 w 3208881"/>
                <a:gd name="connsiteY4" fmla="*/ 4435543 h 4435543"/>
                <a:gd name="connsiteX0" fmla="*/ 1496890 w 3208881"/>
                <a:gd name="connsiteY0" fmla="*/ 4420537 h 4420537"/>
                <a:gd name="connsiteX1" fmla="*/ 0 w 3208881"/>
                <a:gd name="connsiteY1" fmla="*/ 2433877 h 4420537"/>
                <a:gd name="connsiteX2" fmla="*/ 1390297 w 3208881"/>
                <a:gd name="connsiteY2" fmla="*/ 0 h 4420537"/>
                <a:gd name="connsiteX3" fmla="*/ 3208881 w 3208881"/>
                <a:gd name="connsiteY3" fmla="*/ 3139978 h 4420537"/>
                <a:gd name="connsiteX4" fmla="*/ 1496890 w 3208881"/>
                <a:gd name="connsiteY4" fmla="*/ 4420537 h 4420537"/>
                <a:gd name="connsiteX0" fmla="*/ 1503051 w 3208881"/>
                <a:gd name="connsiteY0" fmla="*/ 4428711 h 4428711"/>
                <a:gd name="connsiteX1" fmla="*/ 0 w 3208881"/>
                <a:gd name="connsiteY1" fmla="*/ 2433877 h 4428711"/>
                <a:gd name="connsiteX2" fmla="*/ 1390297 w 3208881"/>
                <a:gd name="connsiteY2" fmla="*/ 0 h 4428711"/>
                <a:gd name="connsiteX3" fmla="*/ 3208881 w 3208881"/>
                <a:gd name="connsiteY3" fmla="*/ 3139978 h 4428711"/>
                <a:gd name="connsiteX4" fmla="*/ 1503051 w 3208881"/>
                <a:gd name="connsiteY4" fmla="*/ 4428711 h 4428711"/>
                <a:gd name="connsiteX0" fmla="*/ 1503051 w 3215042"/>
                <a:gd name="connsiteY0" fmla="*/ 4428711 h 4428711"/>
                <a:gd name="connsiteX1" fmla="*/ 0 w 3215042"/>
                <a:gd name="connsiteY1" fmla="*/ 2433877 h 4428711"/>
                <a:gd name="connsiteX2" fmla="*/ 1390297 w 3215042"/>
                <a:gd name="connsiteY2" fmla="*/ 0 h 4428711"/>
                <a:gd name="connsiteX3" fmla="*/ 3215042 w 3215042"/>
                <a:gd name="connsiteY3" fmla="*/ 3148153 h 4428711"/>
                <a:gd name="connsiteX4" fmla="*/ 1503051 w 3215042"/>
                <a:gd name="connsiteY4" fmla="*/ 4428711 h 4428711"/>
                <a:gd name="connsiteX0" fmla="*/ 1506487 w 3215042"/>
                <a:gd name="connsiteY0" fmla="*/ 4438939 h 4438939"/>
                <a:gd name="connsiteX1" fmla="*/ 0 w 3215042"/>
                <a:gd name="connsiteY1" fmla="*/ 2433877 h 4438939"/>
                <a:gd name="connsiteX2" fmla="*/ 1390297 w 3215042"/>
                <a:gd name="connsiteY2" fmla="*/ 0 h 4438939"/>
                <a:gd name="connsiteX3" fmla="*/ 3215042 w 3215042"/>
                <a:gd name="connsiteY3" fmla="*/ 3148153 h 4438939"/>
                <a:gd name="connsiteX4" fmla="*/ 1506487 w 3215042"/>
                <a:gd name="connsiteY4" fmla="*/ 4438939 h 4438939"/>
                <a:gd name="connsiteX0" fmla="*/ 1420343 w 3215042"/>
                <a:gd name="connsiteY0" fmla="*/ 4088648 h 4088648"/>
                <a:gd name="connsiteX1" fmla="*/ 0 w 3215042"/>
                <a:gd name="connsiteY1" fmla="*/ 2433877 h 4088648"/>
                <a:gd name="connsiteX2" fmla="*/ 1390297 w 3215042"/>
                <a:gd name="connsiteY2" fmla="*/ 0 h 4088648"/>
                <a:gd name="connsiteX3" fmla="*/ 3215042 w 3215042"/>
                <a:gd name="connsiteY3" fmla="*/ 3148153 h 4088648"/>
                <a:gd name="connsiteX4" fmla="*/ 1420343 w 3215042"/>
                <a:gd name="connsiteY4" fmla="*/ 4088648 h 4088648"/>
                <a:gd name="connsiteX0" fmla="*/ 2750218 w 3215042"/>
                <a:gd name="connsiteY0" fmla="*/ 3480066 h 3480066"/>
                <a:gd name="connsiteX1" fmla="*/ 0 w 3215042"/>
                <a:gd name="connsiteY1" fmla="*/ 2433877 h 3480066"/>
                <a:gd name="connsiteX2" fmla="*/ 1390297 w 3215042"/>
                <a:gd name="connsiteY2" fmla="*/ 0 h 3480066"/>
                <a:gd name="connsiteX3" fmla="*/ 3215042 w 3215042"/>
                <a:gd name="connsiteY3" fmla="*/ 3148153 h 3480066"/>
                <a:gd name="connsiteX4" fmla="*/ 2750218 w 3215042"/>
                <a:gd name="connsiteY4" fmla="*/ 3480066 h 3480066"/>
                <a:gd name="connsiteX0" fmla="*/ 1921864 w 2386688"/>
                <a:gd name="connsiteY0" fmla="*/ 3480066 h 3480066"/>
                <a:gd name="connsiteX1" fmla="*/ 0 w 2386688"/>
                <a:gd name="connsiteY1" fmla="*/ 991285 h 3480066"/>
                <a:gd name="connsiteX2" fmla="*/ 561943 w 2386688"/>
                <a:gd name="connsiteY2" fmla="*/ 0 h 3480066"/>
                <a:gd name="connsiteX3" fmla="*/ 2386688 w 2386688"/>
                <a:gd name="connsiteY3" fmla="*/ 3148153 h 3480066"/>
                <a:gd name="connsiteX4" fmla="*/ 1921864 w 2386688"/>
                <a:gd name="connsiteY4" fmla="*/ 3480066 h 3480066"/>
                <a:gd name="connsiteX0" fmla="*/ 1921864 w 2383252"/>
                <a:gd name="connsiteY0" fmla="*/ 3480066 h 3480066"/>
                <a:gd name="connsiteX1" fmla="*/ 0 w 2383252"/>
                <a:gd name="connsiteY1" fmla="*/ 991285 h 3480066"/>
                <a:gd name="connsiteX2" fmla="*/ 561943 w 2383252"/>
                <a:gd name="connsiteY2" fmla="*/ 0 h 3480066"/>
                <a:gd name="connsiteX3" fmla="*/ 2383252 w 2383252"/>
                <a:gd name="connsiteY3" fmla="*/ 3138147 h 3480066"/>
                <a:gd name="connsiteX4" fmla="*/ 1921864 w 2383252"/>
                <a:gd name="connsiteY4" fmla="*/ 3480066 h 348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3252" h="3480066">
                  <a:moveTo>
                    <a:pt x="1921864" y="3480066"/>
                  </a:moveTo>
                  <a:lnTo>
                    <a:pt x="0" y="991285"/>
                  </a:lnTo>
                  <a:lnTo>
                    <a:pt x="561943" y="0"/>
                  </a:lnTo>
                  <a:lnTo>
                    <a:pt x="2383252" y="3138147"/>
                  </a:lnTo>
                  <a:lnTo>
                    <a:pt x="1921864" y="34800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090-0D6F-2B15-3688-F36CB80D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3D2EB-EF52-BC3C-6C4A-16906300A983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712656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74DE-9C13-EC5E-96C9-8CFAD738C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0B0C1-46B3-A52F-9D72-15A3D44F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86DA-5700-4357-A3D5-37703C870FC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99B41-7018-1DD3-4D25-D7131129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D73C5-D766-2B77-B81C-14E2EB59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40BB25-BB2F-972B-120A-2236EF6021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1516063"/>
            <a:ext cx="11236325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B9C42A-C213-C1CD-09BC-3E97A99364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49BF83-F670-BD92-92A0-99C80D4222D5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53700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7C0A1A-50AE-E3D4-BB16-8788BDBB9443}"/>
              </a:ext>
            </a:extLst>
          </p:cNvPr>
          <p:cNvSpPr/>
          <p:nvPr userDrawn="1"/>
        </p:nvSpPr>
        <p:spPr>
          <a:xfrm>
            <a:off x="3475110" y="0"/>
            <a:ext cx="8716890" cy="6858001"/>
          </a:xfrm>
          <a:custGeom>
            <a:avLst/>
            <a:gdLst>
              <a:gd name="connsiteX0" fmla="*/ 7712651 w 8716890"/>
              <a:gd name="connsiteY0" fmla="*/ 4550002 h 6858001"/>
              <a:gd name="connsiteX1" fmla="*/ 8716890 w 8716890"/>
              <a:gd name="connsiteY1" fmla="*/ 4550002 h 6858001"/>
              <a:gd name="connsiteX2" fmla="*/ 8716890 w 8716890"/>
              <a:gd name="connsiteY2" fmla="*/ 6858001 h 6858001"/>
              <a:gd name="connsiteX3" fmla="*/ 6410270 w 8716890"/>
              <a:gd name="connsiteY3" fmla="*/ 6858001 h 6858001"/>
              <a:gd name="connsiteX4" fmla="*/ 1302380 w 8716890"/>
              <a:gd name="connsiteY4" fmla="*/ 4550002 h 6858001"/>
              <a:gd name="connsiteX5" fmla="*/ 4485297 w 8716890"/>
              <a:gd name="connsiteY5" fmla="*/ 4550002 h 6858001"/>
              <a:gd name="connsiteX6" fmla="*/ 3182916 w 8716890"/>
              <a:gd name="connsiteY6" fmla="*/ 6858001 h 6858001"/>
              <a:gd name="connsiteX7" fmla="*/ 0 w 8716890"/>
              <a:gd name="connsiteY7" fmla="*/ 6858001 h 6858001"/>
              <a:gd name="connsiteX8" fmla="*/ 7052819 w 8716890"/>
              <a:gd name="connsiteY8" fmla="*/ 0 h 6858001"/>
              <a:gd name="connsiteX9" fmla="*/ 8716890 w 8716890"/>
              <a:gd name="connsiteY9" fmla="*/ 0 h 6858001"/>
              <a:gd name="connsiteX10" fmla="*/ 8716890 w 8716890"/>
              <a:gd name="connsiteY10" fmla="*/ 2756296 h 6858001"/>
              <a:gd name="connsiteX11" fmla="*/ 7704719 w 8716890"/>
              <a:gd name="connsiteY11" fmla="*/ 4550003 h 6858001"/>
              <a:gd name="connsiteX12" fmla="*/ 4485297 w 8716890"/>
              <a:gd name="connsiteY12" fmla="*/ 455000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16890" h="6858001">
                <a:moveTo>
                  <a:pt x="7712651" y="4550002"/>
                </a:moveTo>
                <a:lnTo>
                  <a:pt x="8716890" y="4550002"/>
                </a:lnTo>
                <a:lnTo>
                  <a:pt x="8716890" y="6858001"/>
                </a:lnTo>
                <a:lnTo>
                  <a:pt x="6410270" y="6858001"/>
                </a:lnTo>
                <a:close/>
                <a:moveTo>
                  <a:pt x="1302380" y="4550002"/>
                </a:moveTo>
                <a:lnTo>
                  <a:pt x="4485297" y="4550002"/>
                </a:lnTo>
                <a:lnTo>
                  <a:pt x="3182916" y="6858001"/>
                </a:lnTo>
                <a:lnTo>
                  <a:pt x="0" y="6858001"/>
                </a:lnTo>
                <a:close/>
                <a:moveTo>
                  <a:pt x="7052819" y="0"/>
                </a:moveTo>
                <a:lnTo>
                  <a:pt x="8716890" y="0"/>
                </a:lnTo>
                <a:lnTo>
                  <a:pt x="8716890" y="2756296"/>
                </a:lnTo>
                <a:lnTo>
                  <a:pt x="7704719" y="4550003"/>
                </a:lnTo>
                <a:lnTo>
                  <a:pt x="4485297" y="45500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C2F47-B543-2F83-D3D6-51AD7D9E7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4C1C90-6E9C-9F6A-DC75-A8F5684C4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5CD6-EA31-AE16-C5E1-146E4F5CC4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6966CF-BCAC-429A-8A83-18F4E85F296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104B7-BD34-CB71-7A75-010E5C65E1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E6C7-CC71-388B-9DEE-8685E5C29B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1EE24C-4600-2C6E-960C-128E2FA87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32DF78-0A37-E3E8-9FCB-5AFA2B0FA6CF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884682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4D54-401A-041E-7935-7CC8FB055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B4146-F1A3-2743-B500-D34C9888331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6250" y="1516063"/>
            <a:ext cx="5487988" cy="466248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AD1C3-E56B-8CAE-9280-97FE17F588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5701" y="1516063"/>
            <a:ext cx="5486400" cy="466090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1B98-9CEA-0AD6-A2C2-41852FD3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71FD4-B2FC-4B95-A38D-0DED7F1421A2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E7D2F-A029-02C9-1339-06AC3E1D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F0C5B-97B0-CA61-F876-9F080AB4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8AB9F8E-7E7A-BB6A-3BC6-D2F259E47C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6C0ED3-3AC6-9A2D-6D67-A1D5AAD5A2D6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692085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03FABD-CD21-60B1-9757-85F6486A25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5" y="1668780"/>
            <a:ext cx="5523692" cy="468630"/>
          </a:xfrm>
          <a:custGeom>
            <a:avLst/>
            <a:gdLst>
              <a:gd name="connsiteX0" fmla="*/ 5523692 w 5523692"/>
              <a:gd name="connsiteY0" fmla="*/ 0 h 468630"/>
              <a:gd name="connsiteX1" fmla="*/ 5373325 w 5523692"/>
              <a:gd name="connsiteY1" fmla="*/ 468630 h 468630"/>
              <a:gd name="connsiteX2" fmla="*/ 0 w 5523692"/>
              <a:gd name="connsiteY2" fmla="*/ 468630 h 468630"/>
              <a:gd name="connsiteX3" fmla="*/ 154970 w 5523692"/>
              <a:gd name="connsiteY3" fmla="*/ 4434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3692" h="468630">
                <a:moveTo>
                  <a:pt x="5523692" y="0"/>
                </a:moveTo>
                <a:lnTo>
                  <a:pt x="5373325" y="468630"/>
                </a:lnTo>
                <a:lnTo>
                  <a:pt x="0" y="468630"/>
                </a:lnTo>
                <a:lnTo>
                  <a:pt x="154970" y="443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EBDD1E-0E08-AD11-A5D6-7F16510CB4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652" y="1668782"/>
            <a:ext cx="5566056" cy="468629"/>
          </a:xfrm>
          <a:custGeom>
            <a:avLst/>
            <a:gdLst>
              <a:gd name="connsiteX0" fmla="*/ 5566056 w 5566056"/>
              <a:gd name="connsiteY0" fmla="*/ 0 h 468629"/>
              <a:gd name="connsiteX1" fmla="*/ 5566056 w 5566056"/>
              <a:gd name="connsiteY1" fmla="*/ 1957 h 468629"/>
              <a:gd name="connsiteX2" fmla="*/ 5415151 w 5566056"/>
              <a:gd name="connsiteY2" fmla="*/ 468629 h 468629"/>
              <a:gd name="connsiteX3" fmla="*/ 0 w 5566056"/>
              <a:gd name="connsiteY3" fmla="*/ 468629 h 468629"/>
              <a:gd name="connsiteX4" fmla="*/ 156177 w 5566056"/>
              <a:gd name="connsiteY4" fmla="*/ 4433 h 46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6056" h="468629">
                <a:moveTo>
                  <a:pt x="5566056" y="0"/>
                </a:moveTo>
                <a:lnTo>
                  <a:pt x="5566056" y="1957"/>
                </a:lnTo>
                <a:lnTo>
                  <a:pt x="5415151" y="468629"/>
                </a:lnTo>
                <a:lnTo>
                  <a:pt x="0" y="468629"/>
                </a:lnTo>
                <a:lnTo>
                  <a:pt x="156177" y="443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D1F947-391B-EFDA-064E-BBCB0C4B3E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[Add headline]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5B2065A5-0501-71A5-6865-16313585C46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6D1D1753-B697-6872-6AAC-C3F5065F21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2423160"/>
            <a:ext cx="5491163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456E6-C9F8-EB08-FC0E-688C654B7E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6EA2-C518-4BA2-90F9-CC96ACB48612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DD683-D36E-BBE3-032D-479DF1F5BE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AA8F-5BBE-3043-38DC-D77CC77F6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4DFB4-6C99-188D-3DD2-580D50529F3A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511273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D2901-438F-4665-3E72-D8443C96EC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6656" y="1668780"/>
            <a:ext cx="5487582" cy="59436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02F06-98AE-001A-CBFF-3D55050289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6250" y="2423160"/>
            <a:ext cx="5487988" cy="3755390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7A7AD-614F-85ED-D90C-6CEBA8142C0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7763" y="1681163"/>
            <a:ext cx="5486400" cy="57576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EEDE8-3528-6F39-87E3-1DF2E48DD5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7764" y="2434273"/>
            <a:ext cx="5486400" cy="3744277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B1E37-0A85-3BF5-5CF2-6D5A6021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15C2-5699-45D3-9C04-8CF7A3362652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D4A30-9C8C-79BE-CB5C-A2573FBF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1AD76-99B2-FED2-4C0A-09B99E39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9236914-F544-C3B8-2390-F97C2FC6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64C5DB6-B47F-B247-C00A-42A9E2A356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2A5C83-7CCD-7245-C4FA-50289B6872C5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1100726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3 Column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E31F058-58D4-9FB8-17AA-631FAC0CCD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656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4" name="Text Placeholder 8">
            <a:extLst>
              <a:ext uri="{FF2B5EF4-FFF2-40B4-BE49-F238E27FC236}">
                <a16:creationId xmlns:a16="http://schemas.microsoft.com/office/drawing/2014/main" id="{492887F5-EF1F-272E-FB34-BA69B90462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3604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165" name="Text Placeholder 8">
            <a:extLst>
              <a:ext uri="{FF2B5EF4-FFF2-40B4-BE49-F238E27FC236}">
                <a16:creationId xmlns:a16="http://schemas.microsoft.com/office/drawing/2014/main" id="{564EC78A-D51E-5C6F-ACCA-134C6A5150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0552" y="1668780"/>
            <a:ext cx="3461548" cy="59436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[Add sub-title]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B4C94-6EA7-DE45-1C16-2CCEA06C8B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365125"/>
            <a:ext cx="11235446" cy="9578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819557-D63E-D522-FE8D-9A882FD58D1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6250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515BE0D-3FE0-81D8-E804-DD817A274BD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63603" y="2418177"/>
            <a:ext cx="3465576" cy="376037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93FA459-11BC-1515-3D4A-4228DB1724E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50552" y="2420041"/>
            <a:ext cx="3465576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</a:t>
            </a:r>
          </a:p>
          <a:p>
            <a:pPr lvl="1"/>
            <a:r>
              <a:rPr lang="en-US" dirty="0"/>
              <a:t>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42593-B66A-4A19-6EB5-C3F2B221EC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5378917-B1FF-4A52-ACCF-13C7FBC5D5A7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BC2C2-2075-4509-CFB8-D95D387DC1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7017B-A31B-B1C8-AE07-128E68E7DC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992C7B-19E7-82EB-F23D-FF28BE23FF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04047-D788-2DB3-8795-0EFB6B75D061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80212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04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F8D865-96FD-09B2-A2E6-49776B4790B8}"/>
              </a:ext>
            </a:extLst>
          </p:cNvPr>
          <p:cNvSpPr/>
          <p:nvPr userDrawn="1"/>
        </p:nvSpPr>
        <p:spPr>
          <a:xfrm flipV="1">
            <a:off x="-1" y="-2"/>
            <a:ext cx="5627076" cy="6858002"/>
          </a:xfrm>
          <a:custGeom>
            <a:avLst/>
            <a:gdLst>
              <a:gd name="connsiteX0" fmla="*/ 0 w 5627076"/>
              <a:gd name="connsiteY0" fmla="*/ 6858002 h 6858002"/>
              <a:gd name="connsiteX1" fmla="*/ 5627076 w 5627076"/>
              <a:gd name="connsiteY1" fmla="*/ 6858002 h 6858002"/>
              <a:gd name="connsiteX2" fmla="*/ 1355301 w 5627076"/>
              <a:gd name="connsiteY2" fmla="*/ 0 h 6858002"/>
              <a:gd name="connsiteX3" fmla="*/ 0 w 5627076"/>
              <a:gd name="connsiteY3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7076" h="6858002">
                <a:moveTo>
                  <a:pt x="0" y="6858002"/>
                </a:moveTo>
                <a:lnTo>
                  <a:pt x="5627076" y="6858002"/>
                </a:lnTo>
                <a:lnTo>
                  <a:pt x="13553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5421EC-B0D1-1851-FBE5-7F53DFF45E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555171"/>
            <a:ext cx="3942945" cy="287382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F6C-4E8C-426D-3E0F-314F23F012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70135" y="555171"/>
            <a:ext cx="6053553" cy="5623379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1A0023-D981-B14B-A4F9-A40A982F1D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CD2D641-DFB5-4EFA-B7E4-A411AE32F1D8}" type="datetime1">
              <a:rPr lang="en-US" smtClean="0"/>
              <a:t>9/2/2026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CAD040-90A4-F373-D928-1CF0CA5B6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661567-D826-E257-E4B1-FCB72926A7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5A2AF8-7678-B117-AA1A-EC57CC706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5C43A1-6DFE-0A7D-D1EE-8EA9C9657759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78823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Yell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CDAAEEA-6904-EA7A-F22A-A441F21532CA}"/>
              </a:ext>
            </a:extLst>
          </p:cNvPr>
          <p:cNvSpPr/>
          <p:nvPr userDrawn="1"/>
        </p:nvSpPr>
        <p:spPr>
          <a:xfrm flipH="1">
            <a:off x="9301316" y="1868129"/>
            <a:ext cx="2890682" cy="4989872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68B634-D11C-ADC4-4345-FC668F34D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1167FD-296B-A8F6-47B6-4EC870DC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1516063"/>
            <a:ext cx="6637339" cy="4662488"/>
          </a:xfrm>
        </p:spPr>
        <p:txBody>
          <a:bodyPr/>
          <a:lstStyle/>
          <a:p>
            <a:pPr lvl="0"/>
            <a:r>
              <a:rPr lang="en-US" dirty="0"/>
              <a:t>[Add text, if adding a paragraph, remove bullet]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25109-7BAF-CB3E-6D85-5C9D3617B8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FEEAC10-2098-4609-A859-E5B2DF18BC38}" type="datetime1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61E541-1D1C-5928-0D61-F060A3B33C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768B02-DA7F-2436-1E35-18D5C18A53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B3314-AA8A-BCDE-A647-942AD20FC6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99A51-5B57-F276-9ECF-216EE2D62778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400256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54FF19-C4C4-0ABE-AB08-5F42CBE2F1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5691716" y="945162"/>
            <a:ext cx="903817" cy="76002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9B3DC8-29FD-C978-BDA7-DF8A6DCA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50" y="2079174"/>
            <a:ext cx="11247663" cy="3449559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Char char="​"/>
              <a:defRPr sz="4800"/>
            </a:lvl1pPr>
            <a:lvl2pPr marL="0" indent="0" algn="ctr">
              <a:buFont typeface="Arial" panose="020B0604020202020204" pitchFamily="34" charset="0"/>
              <a:buChar char="​"/>
              <a:defRPr/>
            </a:lvl2pPr>
            <a:lvl3pPr marL="0" indent="0" algn="ctr">
              <a:buFont typeface="Arial" panose="020B0604020202020204" pitchFamily="34" charset="0"/>
              <a:buChar char="​"/>
              <a:defRPr/>
            </a:lvl3pPr>
            <a:lvl4pPr marL="0" indent="0" algn="ctr">
              <a:buFont typeface="Arial" panose="020B0604020202020204" pitchFamily="34" charset="0"/>
              <a:buChar char="​"/>
              <a:defRPr/>
            </a:lvl4pPr>
            <a:lvl5pPr marL="0" indent="0" algn="ctr">
              <a:buFont typeface="Arial" panose="020B0604020202020204" pitchFamily="34" charset="0"/>
              <a:buChar char="​"/>
              <a:defRPr/>
            </a:lvl5pPr>
          </a:lstStyle>
          <a:p>
            <a:pPr lvl="0"/>
            <a:r>
              <a:rPr lang="en-US" dirty="0"/>
              <a:t>[Click to add quote ]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C279942-F9D4-016B-6FAA-6A6F510A5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7267" y="5641325"/>
            <a:ext cx="5977466" cy="543028"/>
          </a:xfrm>
        </p:spPr>
        <p:txBody>
          <a:bodyPr/>
          <a:lstStyle>
            <a:lvl1pPr marL="0" indent="0" algn="ctr">
              <a:buNone/>
              <a:tabLst/>
              <a:defRPr sz="1600">
                <a:solidFill>
                  <a:schemeClr val="tx1"/>
                </a:solidFill>
              </a:defRPr>
            </a:lvl1pPr>
            <a:lvl2pPr marL="0" indent="0" algn="ctr">
              <a:buNone/>
              <a:tabLst/>
              <a:defRPr sz="1400">
                <a:solidFill>
                  <a:schemeClr val="tx1"/>
                </a:solidFill>
              </a:defRPr>
            </a:lvl2pPr>
            <a:lvl3pPr marL="0" indent="0">
              <a:buNone/>
              <a:tabLst/>
              <a:defRPr>
                <a:solidFill>
                  <a:schemeClr val="bg2"/>
                </a:solidFill>
              </a:defRPr>
            </a:lvl3pPr>
            <a:lvl4pPr marL="0" indent="0">
              <a:buNone/>
              <a:tabLst/>
              <a:defRPr>
                <a:solidFill>
                  <a:schemeClr val="bg2"/>
                </a:solidFill>
              </a:defRPr>
            </a:lvl4pPr>
            <a:lvl5pPr marL="0" indent="0">
              <a:buNone/>
              <a:tabLst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[Add source text]</a:t>
            </a:r>
          </a:p>
          <a:p>
            <a:pPr lvl="1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B7D1D0-1642-F726-1778-C19937C975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1BD3B2-DE45-88E4-44E7-4B6E93474B2B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28985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D38A-7DDC-4F43-0B0C-52777F5B6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[Add headline]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D2AEA-0FE4-9CA5-DD78-E35102BA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45FF-C1B6-4C00-B4F0-16D754700F98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B5A3E-B06A-A0F5-E34C-79C946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C6DC8-C148-A6B1-4C40-2B1BEA55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6E0439-5C7A-A493-739A-5D0B8038AD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5FFD15-5AB8-C21B-B661-5D23488D097C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73335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777E9-CE46-B26A-FF3B-0FE673D3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A9E6-BB19-4CE6-A35B-D08845D2DF3E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5CC90-866E-F938-3BA7-F21CF31F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5D40-DC01-DB97-2C67-18F8A46A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6DD13D-AF9C-EAC7-E5D8-1DA926F813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EF76D2-9304-8A82-C6CD-0777D4D4EBBE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976146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68F203-BDC3-3FDD-9A5A-AEF87F26EB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61" b="11714"/>
          <a:stretch/>
        </p:blipFill>
        <p:spPr>
          <a:xfrm>
            <a:off x="-6936" y="0"/>
            <a:ext cx="1219893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68481-A5E8-F422-1E2A-BFE4A2769926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591809705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lntro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23FB6B2-4A0F-ABD1-1393-AA4E16F4A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3244392" y="2841433"/>
            <a:ext cx="5702583" cy="11786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8F7C47-2AB5-4FB0-28C4-35578F9E939D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989059616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Animated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47827A32-4372-84B9-5CFC-548DCEE9950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52"/>
            <a:ext cx="12192000" cy="6855448"/>
          </a:xfrm>
          <a:prstGeom prst="rect">
            <a:avLst/>
          </a:prstGeom>
        </p:spPr>
      </p:pic>
      <p:sp>
        <p:nvSpPr>
          <p:cNvPr id="8" name="Parallelogram 10">
            <a:extLst>
              <a:ext uri="{FF2B5EF4-FFF2-40B4-BE49-F238E27FC236}">
                <a16:creationId xmlns:a16="http://schemas.microsoft.com/office/drawing/2014/main" id="{FAB1F7CE-48AA-7356-6CF0-297DD0EF10D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996309" y="2118995"/>
            <a:ext cx="1689913" cy="1309116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Parallelogram 12">
            <a:extLst>
              <a:ext uri="{FF2B5EF4-FFF2-40B4-BE49-F238E27FC236}">
                <a16:creationId xmlns:a16="http://schemas.microsoft.com/office/drawing/2014/main" id="{E699842C-2094-A6C0-9A9D-1D34E2905A1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176030" y="3434122"/>
            <a:ext cx="1689913" cy="1309115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Parallelogram 13">
            <a:extLst>
              <a:ext uri="{FF2B5EF4-FFF2-40B4-BE49-F238E27FC236}">
                <a16:creationId xmlns:a16="http://schemas.microsoft.com/office/drawing/2014/main" id="{5F35401B-EE2D-87D0-F04F-292A39C0216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318119" y="3434122"/>
            <a:ext cx="1689913" cy="1309115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D848F906-70A6-D1DF-FCE3-189EC46E457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857275" y="2118995"/>
            <a:ext cx="1689913" cy="1309116"/>
          </a:xfrm>
          <a:prstGeom prst="parallelogram">
            <a:avLst>
              <a:gd name="adj" fmla="val 57222"/>
            </a:avLst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1C1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2EDF3DE8-D958-D596-8FBD-EB3D6FF7557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2376" y="2118995"/>
            <a:ext cx="5305737" cy="26242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A067C9-B42E-965C-8401-14BA681A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96045" y="2996841"/>
            <a:ext cx="6642264" cy="752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5E3AB8-886E-4804-BE61-A482F2362A30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28735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/ Conn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D147-7048-51F7-FBA6-5DB5CEBD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2493198"/>
            <a:ext cx="11235446" cy="57552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[Click to add contact / for more info / connect]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72C5D-29E5-1F84-9238-17DCC24B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6306-2292-4384-9A97-B25B884D6A7C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83AEC-E977-42B1-80DA-2EC5DDC4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CAD46-6566-96BD-23D7-34ACD5B7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4EB04484-4F51-8CE3-CA61-14AB1CCF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655" y="3213180"/>
            <a:ext cx="3665537" cy="211547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00" b="1" cap="none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</a:t>
            </a: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r>
              <a:rPr lang="en-US" dirty="0"/>
              <a:t>]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90A8F0B8-AB78-FCED-6D87-10196270F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655" y="3463222"/>
            <a:ext cx="1422934" cy="211547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4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###-###-####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B3BBF14A-2B44-1230-F61A-F5D6346861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6655" y="3695103"/>
            <a:ext cx="3665537" cy="211547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400" b="0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900">
                <a:solidFill>
                  <a:schemeClr val="accent1"/>
                </a:solidFill>
                <a:latin typeface="+mn-lt"/>
              </a:defRPr>
            </a:lvl2pPr>
            <a:lvl3pPr marL="630238" indent="0">
              <a:buFont typeface="Arial" panose="020B0604020202020204" pitchFamily="34" charset="0"/>
              <a:buChar char="​"/>
              <a:defRPr sz="1100"/>
            </a:lvl3pPr>
            <a:lvl4pPr marL="855662" indent="0">
              <a:buFont typeface="Arial" panose="020B0604020202020204" pitchFamily="34" charset="0"/>
              <a:buChar char="​"/>
              <a:defRPr sz="1100"/>
            </a:lvl4pPr>
            <a:lvl5pPr marL="1085850" indent="0">
              <a:buFont typeface="Arial" panose="020B0604020202020204" pitchFamily="34" charset="0"/>
              <a:buChar char="​"/>
              <a:defRPr sz="1100"/>
            </a:lvl5pPr>
          </a:lstStyle>
          <a:p>
            <a:pPr lvl="0"/>
            <a:r>
              <a:rPr lang="en-US" dirty="0"/>
              <a:t>[Add email]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8BD127-3676-C6B1-49EF-1ACEFF303F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489339" y="769607"/>
            <a:ext cx="2555236" cy="52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69174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yland Logo + Content">
    <p:bg>
      <p:bgPr>
        <a:gradFill>
          <a:gsLst>
            <a:gs pos="0">
              <a:srgbClr val="09287E"/>
            </a:gs>
            <a:gs pos="87000">
              <a:srgbClr val="02062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23FB6B2-4A0F-ABD1-1393-AA4E16F4A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" b="75"/>
          <a:stretch/>
        </p:blipFill>
        <p:spPr>
          <a:xfrm>
            <a:off x="3244392" y="2841433"/>
            <a:ext cx="5702583" cy="117866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5AEB439-A9DF-5520-4E3D-AA3E06404D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655" y="4685773"/>
            <a:ext cx="11235446" cy="957837"/>
          </a:xfrm>
        </p:spPr>
        <p:txBody>
          <a:bodyPr/>
          <a:lstStyle>
            <a:lvl1pPr algn="ctr">
              <a:defRPr sz="2800" b="0">
                <a:latin typeface="+mn-lt"/>
              </a:defRPr>
            </a:lvl1pPr>
          </a:lstStyle>
          <a:p>
            <a:r>
              <a:rPr lang="en-US" dirty="0"/>
              <a:t> [Click to add content]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6F359A-BA86-1183-2AE7-C47B9E56FC76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33292041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~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235224-D25E-5C13-14DB-1A574021A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786" t="5238" r="6337" b="118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1A86F4-29AA-5E2A-07F2-BA69E9C845B6}"/>
              </a:ext>
            </a:extLst>
          </p:cNvPr>
          <p:cNvSpPr txBox="1"/>
          <p:nvPr userDrawn="1"/>
        </p:nvSpPr>
        <p:spPr>
          <a:xfrm>
            <a:off x="2806478" y="0"/>
            <a:ext cx="657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B9F9EC"/>
                </a:solidFill>
              </a:rPr>
              <a:t>DO NOT USE THIS SLIDE – IT IS JUST A DIVIDER. </a:t>
            </a:r>
          </a:p>
        </p:txBody>
      </p:sp>
    </p:spTree>
    <p:extLst>
      <p:ext uri="{BB962C8B-B14F-4D97-AF65-F5344CB8AC3E}">
        <p14:creationId xmlns:p14="http://schemas.microsoft.com/office/powerpoint/2010/main" val="3610934880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748567" y="1808800"/>
            <a:ext cx="5210000" cy="4555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1" name="Google Shape;421;p28"/>
          <p:cNvSpPr/>
          <p:nvPr/>
        </p:nvSpPr>
        <p:spPr>
          <a:xfrm>
            <a:off x="647600" y="1698633"/>
            <a:ext cx="5210000" cy="4555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2" name="Google Shape;422;p28"/>
          <p:cNvSpPr/>
          <p:nvPr/>
        </p:nvSpPr>
        <p:spPr>
          <a:xfrm>
            <a:off x="647600" y="1697800"/>
            <a:ext cx="5210000" cy="3672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28"/>
          <p:cNvSpPr/>
          <p:nvPr/>
        </p:nvSpPr>
        <p:spPr>
          <a:xfrm>
            <a:off x="960000" y="1817200"/>
            <a:ext cx="128400" cy="1284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4" name="Google Shape;424;p28"/>
          <p:cNvSpPr/>
          <p:nvPr/>
        </p:nvSpPr>
        <p:spPr>
          <a:xfrm>
            <a:off x="1207900" y="1817200"/>
            <a:ext cx="128400" cy="1284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5" name="Google Shape;425;p28"/>
          <p:cNvSpPr/>
          <p:nvPr/>
        </p:nvSpPr>
        <p:spPr>
          <a:xfrm>
            <a:off x="1455800" y="1817200"/>
            <a:ext cx="128400" cy="1284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6" name="Google Shape;426;p28"/>
          <p:cNvSpPr/>
          <p:nvPr/>
        </p:nvSpPr>
        <p:spPr>
          <a:xfrm>
            <a:off x="748567" y="614833"/>
            <a:ext cx="10896800" cy="9216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7" name="Google Shape;427;p28"/>
          <p:cNvSpPr/>
          <p:nvPr/>
        </p:nvSpPr>
        <p:spPr>
          <a:xfrm>
            <a:off x="647600" y="504500"/>
            <a:ext cx="10896800" cy="921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28"/>
          <p:cNvSpPr/>
          <p:nvPr/>
        </p:nvSpPr>
        <p:spPr>
          <a:xfrm>
            <a:off x="11074733" y="614833"/>
            <a:ext cx="314800" cy="3148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9" name="Google Shape;429;p28"/>
          <p:cNvSpPr/>
          <p:nvPr/>
        </p:nvSpPr>
        <p:spPr>
          <a:xfrm>
            <a:off x="6435367" y="1808800"/>
            <a:ext cx="5210000" cy="4555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28"/>
          <p:cNvSpPr/>
          <p:nvPr/>
        </p:nvSpPr>
        <p:spPr>
          <a:xfrm>
            <a:off x="6334400" y="1698633"/>
            <a:ext cx="5210000" cy="4555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1" name="Google Shape;431;p28"/>
          <p:cNvSpPr/>
          <p:nvPr/>
        </p:nvSpPr>
        <p:spPr>
          <a:xfrm>
            <a:off x="6334400" y="1697800"/>
            <a:ext cx="5210000" cy="3672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28"/>
          <p:cNvSpPr/>
          <p:nvPr/>
        </p:nvSpPr>
        <p:spPr>
          <a:xfrm>
            <a:off x="6646800" y="1817200"/>
            <a:ext cx="128400" cy="1284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3" name="Google Shape;433;p28"/>
          <p:cNvSpPr/>
          <p:nvPr/>
        </p:nvSpPr>
        <p:spPr>
          <a:xfrm>
            <a:off x="6894700" y="1817200"/>
            <a:ext cx="128400" cy="1284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28"/>
          <p:cNvSpPr/>
          <p:nvPr/>
        </p:nvSpPr>
        <p:spPr>
          <a:xfrm>
            <a:off x="7142600" y="1817200"/>
            <a:ext cx="128400" cy="1284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0905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6899B-95AA-EACA-2566-44EF9FE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365125"/>
            <a:ext cx="11235446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BE843-0CC6-C57F-0E0B-0481F919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655" y="1524001"/>
            <a:ext cx="11235446" cy="46529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0B01-81C4-B10B-D997-343DC3E4D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55932" y="6858000"/>
            <a:ext cx="936068" cy="132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0275D-F658-4E7A-AD9A-D9F0445659BB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A2A3-C1C2-B7A7-96FE-BA5471213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6655" y="6437815"/>
            <a:ext cx="7676745" cy="1321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E3F0-319F-F862-4403-59183F979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3528" y="57912"/>
            <a:ext cx="276991" cy="2383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6C30856-2FD0-40BB-988B-8BB8612257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5A2229-80B3-CC0E-C32C-63CD6689F6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1260238" y="6336008"/>
            <a:ext cx="451863" cy="2383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AF9962-3057-9359-0C6B-71C13CA633A4}"/>
              </a:ext>
            </a:extLst>
          </p:cNvPr>
          <p:cNvCxnSpPr/>
          <p:nvPr userDrawn="1"/>
        </p:nvCxnSpPr>
        <p:spPr>
          <a:xfrm>
            <a:off x="3284538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3C544F-71EC-CFA3-55D9-AE5C1D23C36E}"/>
              </a:ext>
            </a:extLst>
          </p:cNvPr>
          <p:cNvCxnSpPr/>
          <p:nvPr userDrawn="1"/>
        </p:nvCxnSpPr>
        <p:spPr>
          <a:xfrm>
            <a:off x="8905078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A8C8D0-4AF4-3287-A6EC-19CD1333E796}"/>
              </a:ext>
            </a:extLst>
          </p:cNvPr>
          <p:cNvCxnSpPr>
            <a:cxnSpLocks/>
          </p:cNvCxnSpPr>
          <p:nvPr userDrawn="1"/>
        </p:nvCxnSpPr>
        <p:spPr>
          <a:xfrm>
            <a:off x="476655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DC6853-3C6F-E672-044C-E7DB03679DE2}"/>
              </a:ext>
            </a:extLst>
          </p:cNvPr>
          <p:cNvCxnSpPr/>
          <p:nvPr userDrawn="1"/>
        </p:nvCxnSpPr>
        <p:spPr>
          <a:xfrm>
            <a:off x="11712101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FD44F1-8978-F11E-5177-7EAED3B575DC}"/>
              </a:ext>
            </a:extLst>
          </p:cNvPr>
          <p:cNvCxnSpPr/>
          <p:nvPr userDrawn="1"/>
        </p:nvCxnSpPr>
        <p:spPr>
          <a:xfrm>
            <a:off x="1871663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32536E-1C59-AAEC-63F9-59B1AB315EEF}"/>
              </a:ext>
            </a:extLst>
          </p:cNvPr>
          <p:cNvCxnSpPr/>
          <p:nvPr userDrawn="1"/>
        </p:nvCxnSpPr>
        <p:spPr>
          <a:xfrm>
            <a:off x="4693809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232A82-48F2-4AAA-6B46-A64B53CFAE4E}"/>
              </a:ext>
            </a:extLst>
          </p:cNvPr>
          <p:cNvCxnSpPr/>
          <p:nvPr userDrawn="1"/>
        </p:nvCxnSpPr>
        <p:spPr>
          <a:xfrm>
            <a:off x="6096000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B8ED3B-52DB-B5EE-ED83-2D96DF97CA65}"/>
              </a:ext>
            </a:extLst>
          </p:cNvPr>
          <p:cNvCxnSpPr/>
          <p:nvPr userDrawn="1"/>
        </p:nvCxnSpPr>
        <p:spPr>
          <a:xfrm>
            <a:off x="7497763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1370CF-A5C5-B92C-7B58-C2332179B3E1}"/>
              </a:ext>
            </a:extLst>
          </p:cNvPr>
          <p:cNvCxnSpPr/>
          <p:nvPr userDrawn="1"/>
        </p:nvCxnSpPr>
        <p:spPr>
          <a:xfrm>
            <a:off x="10304700" y="-229683"/>
            <a:ext cx="0" cy="104007"/>
          </a:xfrm>
          <a:prstGeom prst="line">
            <a:avLst/>
          </a:prstGeom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CAE942-3165-79E5-3CDD-2F98652F93CC}"/>
              </a:ext>
            </a:extLst>
          </p:cNvPr>
          <p:cNvSpPr/>
          <p:nvPr userDrawn="1"/>
        </p:nvSpPr>
        <p:spPr>
          <a:xfrm>
            <a:off x="9948334" y="-172308"/>
            <a:ext cx="2258191" cy="1342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bg2"/>
                </a:solidFill>
              </a:rPr>
              <a:t>To add slide numbers, go to Insert  &gt; Slide Number  </a:t>
            </a:r>
          </a:p>
        </p:txBody>
      </p:sp>
    </p:spTree>
    <p:extLst>
      <p:ext uri="{BB962C8B-B14F-4D97-AF65-F5344CB8AC3E}">
        <p14:creationId xmlns:p14="http://schemas.microsoft.com/office/powerpoint/2010/main" val="4281763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79" r:id="rId4"/>
    <p:sldLayoutId id="2147483680" r:id="rId5"/>
    <p:sldLayoutId id="2147483681" r:id="rId6"/>
    <p:sldLayoutId id="2147483668" r:id="rId7"/>
    <p:sldLayoutId id="2147483682" r:id="rId8"/>
    <p:sldLayoutId id="2147483726" r:id="rId9"/>
    <p:sldLayoutId id="2147483693" r:id="rId10"/>
    <p:sldLayoutId id="2147483692" r:id="rId11"/>
    <p:sldLayoutId id="2147483672" r:id="rId12"/>
    <p:sldLayoutId id="2147483694" r:id="rId13"/>
    <p:sldLayoutId id="2147483709" r:id="rId14"/>
    <p:sldLayoutId id="2147483719" r:id="rId15"/>
    <p:sldLayoutId id="2147483696" r:id="rId16"/>
    <p:sldLayoutId id="2147483697" r:id="rId17"/>
    <p:sldLayoutId id="2147483695" r:id="rId18"/>
    <p:sldLayoutId id="2147483699" r:id="rId19"/>
    <p:sldLayoutId id="2147483698" r:id="rId20"/>
    <p:sldLayoutId id="2147483700" r:id="rId21"/>
    <p:sldLayoutId id="2147483704" r:id="rId22"/>
    <p:sldLayoutId id="2147483705" r:id="rId23"/>
    <p:sldLayoutId id="2147483706" r:id="rId24"/>
    <p:sldLayoutId id="2147483677" r:id="rId25"/>
    <p:sldLayoutId id="2147483683" r:id="rId26"/>
    <p:sldLayoutId id="2147483684" r:id="rId27"/>
    <p:sldLayoutId id="2147483685" r:id="rId28"/>
    <p:sldLayoutId id="2147483715" r:id="rId29"/>
    <p:sldLayoutId id="2147483716" r:id="rId30"/>
    <p:sldLayoutId id="2147483727" r:id="rId31"/>
    <p:sldLayoutId id="2147483728" r:id="rId32"/>
    <p:sldLayoutId id="2147483673" r:id="rId33"/>
    <p:sldLayoutId id="2147483686" r:id="rId34"/>
    <p:sldLayoutId id="2147483687" r:id="rId35"/>
    <p:sldLayoutId id="2147483688" r:id="rId36"/>
    <p:sldLayoutId id="2147483669" r:id="rId37"/>
    <p:sldLayoutId id="2147483714" r:id="rId38"/>
    <p:sldLayoutId id="2147483713" r:id="rId39"/>
    <p:sldLayoutId id="2147483712" r:id="rId40"/>
    <p:sldLayoutId id="2147483670" r:id="rId41"/>
    <p:sldLayoutId id="2147483711" r:id="rId42"/>
    <p:sldLayoutId id="2147483717" r:id="rId43"/>
    <p:sldLayoutId id="2147483702" r:id="rId44"/>
    <p:sldLayoutId id="2147483703" r:id="rId45"/>
    <p:sldLayoutId id="2147483675" r:id="rId46"/>
    <p:sldLayoutId id="2147483707" r:id="rId47"/>
    <p:sldLayoutId id="2147483708" r:id="rId48"/>
    <p:sldLayoutId id="2147483671" r:id="rId49"/>
    <p:sldLayoutId id="2147483663" r:id="rId50"/>
    <p:sldLayoutId id="2147483710" r:id="rId51"/>
    <p:sldLayoutId id="2147483724" r:id="rId52"/>
    <p:sldLayoutId id="2147483664" r:id="rId53"/>
    <p:sldLayoutId id="2147483725" r:id="rId54"/>
    <p:sldLayoutId id="2147483665" r:id="rId55"/>
    <p:sldLayoutId id="2147483720" r:id="rId56"/>
    <p:sldLayoutId id="2147483721" r:id="rId57"/>
    <p:sldLayoutId id="2147483722" r:id="rId58"/>
    <p:sldLayoutId id="2147483723" r:id="rId59"/>
    <p:sldLayoutId id="2147483666" r:id="rId60"/>
    <p:sldLayoutId id="2147483667" r:id="rId61"/>
    <p:sldLayoutId id="2147483674" r:id="rId62"/>
    <p:sldLayoutId id="2147483690" r:id="rId63"/>
    <p:sldLayoutId id="2147483691" r:id="rId64"/>
    <p:sldLayoutId id="2147483718" r:id="rId65"/>
    <p:sldLayoutId id="2147483689" r:id="rId66"/>
    <p:sldLayoutId id="2147483676" r:id="rId67"/>
    <p:sldLayoutId id="2147483729" r:id="rId68"/>
  </p:sldLayoutIdLst>
  <p:transition>
    <p:fade/>
  </p:transition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87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7" orient="horz" pos="2424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20" pos="7680" userDrawn="1">
          <p15:clr>
            <a:srgbClr val="A4A3A4"/>
          </p15:clr>
        </p15:guide>
        <p15:guide id="22" orient="horz" pos="230" userDrawn="1">
          <p15:clr>
            <a:srgbClr val="F26B43"/>
          </p15:clr>
        </p15:guide>
        <p15:guide id="23" orient="horz" pos="4141" userDrawn="1">
          <p15:clr>
            <a:srgbClr val="A4A3A4"/>
          </p15:clr>
        </p15:guide>
        <p15:guide id="27" pos="300" userDrawn="1">
          <p15:clr>
            <a:srgbClr val="F26B43"/>
          </p15:clr>
        </p15:guide>
        <p15:guide id="28" pos="7379" userDrawn="1">
          <p15:clr>
            <a:srgbClr val="F26B43"/>
          </p15:clr>
        </p15:guide>
        <p15:guide id="29" orient="horz" pos="3892" userDrawn="1">
          <p15:clr>
            <a:srgbClr val="F26B43"/>
          </p15:clr>
        </p15:guide>
        <p15:guide id="30" orient="horz" pos="955" userDrawn="1">
          <p15:clr>
            <a:srgbClr val="A4A3A4"/>
          </p15:clr>
        </p15:guide>
        <p15:guide id="33" userDrawn="1">
          <p15:clr>
            <a:srgbClr val="F26B43"/>
          </p15:clr>
        </p15:guide>
        <p15:guide id="36" orient="horz" userDrawn="1">
          <p15:clr>
            <a:srgbClr val="A4A3A4"/>
          </p15:clr>
        </p15:guide>
        <p15:guide id="37" orient="horz" pos="432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nologyreview.com/2019/01/29/66141/what-is-quantum-computin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quantumai.google/application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https://www.youtube.com/embed/pm3kqX8I5NM?feature=oembed" TargetMode="External"/><Relationship Id="rId1" Type="http://schemas.openxmlformats.org/officeDocument/2006/relationships/video" Target="https://www.youtube.com/embed/g9-sPsnNnJ4?feature=oembed" TargetMode="Externa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copilot.microsoft.com/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9A5ED-8574-7718-9BE7-4E4A96225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Emerging Technology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311DB-48A9-411E-03F0-E8243BA79B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0F3DEFB-E24C-F574-542D-FC6D76C7E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6960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CF7184-2148-F925-F9C2-4A4C629C3A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Emerging technologies</a:t>
            </a:r>
            <a:r>
              <a:rPr lang="en-US" dirty="0"/>
              <a:t> are technologies whose development, practical applications, or both are still </a:t>
            </a:r>
            <a:r>
              <a:rPr lang="en-US" b="1" dirty="0"/>
              <a:t>largely unrealized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12E42-2C9E-4B50-E291-FD0F736C75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21144296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9C278-A5D2-78E5-1435-81AD4FE9E2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071" y="2227480"/>
            <a:ext cx="3248954" cy="856150"/>
          </a:xfrm>
        </p:spPr>
        <p:txBody>
          <a:bodyPr/>
          <a:lstStyle/>
          <a:p>
            <a:r>
              <a:rPr lang="en-US" sz="7200" spc="-500" dirty="0"/>
              <a:t>IMAGINE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C9AFE-E93A-6043-8D71-79EFAEA0EF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0729" y="1371330"/>
            <a:ext cx="3248954" cy="856150"/>
          </a:xfrm>
        </p:spPr>
        <p:txBody>
          <a:bodyPr/>
          <a:lstStyle/>
          <a:p>
            <a:r>
              <a:rPr lang="en-US" sz="7200" spc="-500" dirty="0"/>
              <a:t>PREDICT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E7E3AD-AE7E-1115-7DB2-AC2A7B3DE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65209" y="389536"/>
            <a:ext cx="3248954" cy="856150"/>
          </a:xfrm>
        </p:spPr>
        <p:txBody>
          <a:bodyPr/>
          <a:lstStyle/>
          <a:p>
            <a:r>
              <a:rPr lang="en-US" sz="7200" spc="-500" dirty="0"/>
              <a:t>CREATE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FBDCE5-041D-7095-F44F-02438E148A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6600" spc="1200" dirty="0"/>
              <a:t>the future</a:t>
            </a:r>
          </a:p>
        </p:txBody>
      </p:sp>
    </p:spTree>
    <p:extLst>
      <p:ext uri="{BB962C8B-B14F-4D97-AF65-F5344CB8AC3E}">
        <p14:creationId xmlns:p14="http://schemas.microsoft.com/office/powerpoint/2010/main" val="40699431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 build="p"/>
      <p:bldP spid="3" grpId="1" build="p"/>
      <p:bldP spid="6" grpId="0" build="p"/>
      <p:bldP spid="6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2D333-3B7A-EE9C-C943-D82E41CD7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8800" dirty="0"/>
              <a:t>What’s an example of an emerging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35359446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E8F970-98CF-9DAE-1767-A32C5918DC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AI, AI, AI, AI, AI, AI, AI, AI, AI, AI, AI, AI,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D5728-447D-7EB9-50EE-628616B2A2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Everyone, all the time</a:t>
            </a:r>
          </a:p>
        </p:txBody>
      </p:sp>
    </p:spTree>
    <p:extLst>
      <p:ext uri="{BB962C8B-B14F-4D97-AF65-F5344CB8AC3E}">
        <p14:creationId xmlns:p14="http://schemas.microsoft.com/office/powerpoint/2010/main" val="9744579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3296-7136-0B8B-ABF9-99610DF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1" y="365125"/>
            <a:ext cx="4925683" cy="957837"/>
          </a:xfrm>
        </p:spPr>
        <p:txBody>
          <a:bodyPr/>
          <a:lstStyle/>
          <a:p>
            <a:r>
              <a:rPr lang="en-US" dirty="0"/>
              <a:t>A.I.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03FC7-C7C8-2888-90EB-18AD3225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86" y="1024128"/>
            <a:ext cx="5331125" cy="565099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66C3D9-AC5F-A654-1F82-850126C5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422" y="1024128"/>
            <a:ext cx="4308653" cy="538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6FD321-1F43-4474-7376-C7294D5FB273}"/>
              </a:ext>
            </a:extLst>
          </p:cNvPr>
          <p:cNvSpPr txBox="1">
            <a:spLocks/>
          </p:cNvSpPr>
          <p:nvPr/>
        </p:nvSpPr>
        <p:spPr>
          <a:xfrm>
            <a:off x="6546435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</p:spTree>
    <p:extLst>
      <p:ext uri="{BB962C8B-B14F-4D97-AF65-F5344CB8AC3E}">
        <p14:creationId xmlns:p14="http://schemas.microsoft.com/office/powerpoint/2010/main" val="37274730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D25F-4A8F-7AD6-9C1C-F38960B2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EF6B61-3C3F-CA6A-75D5-41FCE104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842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64F51-A71C-FC28-AEFC-A480489E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8" y="0"/>
            <a:ext cx="421692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B948E79-ECC7-718A-67E5-EF1184435607}"/>
              </a:ext>
            </a:extLst>
          </p:cNvPr>
          <p:cNvSpPr txBox="1">
            <a:spLocks/>
          </p:cNvSpPr>
          <p:nvPr/>
        </p:nvSpPr>
        <p:spPr>
          <a:xfrm>
            <a:off x="3283471" y="5521470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</p:spTree>
    <p:extLst>
      <p:ext uri="{BB962C8B-B14F-4D97-AF65-F5344CB8AC3E}">
        <p14:creationId xmlns:p14="http://schemas.microsoft.com/office/powerpoint/2010/main" val="2815547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35F5-1D4D-20C9-6A18-108C2CB7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BC9D36A-FDA8-62EA-E576-29D6D57A75B6}"/>
              </a:ext>
            </a:extLst>
          </p:cNvPr>
          <p:cNvSpPr txBox="1">
            <a:spLocks/>
          </p:cNvSpPr>
          <p:nvPr/>
        </p:nvSpPr>
        <p:spPr>
          <a:xfrm>
            <a:off x="6546435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2029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8E1A9-3FE0-50B7-B06C-77FB31C12A5A}"/>
              </a:ext>
            </a:extLst>
          </p:cNvPr>
          <p:cNvSpPr txBox="1"/>
          <p:nvPr/>
        </p:nvSpPr>
        <p:spPr>
          <a:xfrm>
            <a:off x="10153628" y="96253"/>
            <a:ext cx="1888659" cy="4067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287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35E324-65A9-5C5E-6309-F64A64FAD5C0}"/>
              </a:ext>
            </a:extLst>
          </p:cNvPr>
          <p:cNvSpPr txBox="1">
            <a:spLocks/>
          </p:cNvSpPr>
          <p:nvPr/>
        </p:nvSpPr>
        <p:spPr>
          <a:xfrm>
            <a:off x="39757" y="362329"/>
            <a:ext cx="4925683" cy="957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A.I. 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9EA8E-48D4-79F8-4990-A4D449BACE50}"/>
              </a:ext>
            </a:extLst>
          </p:cNvPr>
          <p:cNvSpPr txBox="1"/>
          <p:nvPr/>
        </p:nvSpPr>
        <p:spPr>
          <a:xfrm>
            <a:off x="808523" y="1568918"/>
            <a:ext cx="4488729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Agents</a:t>
            </a:r>
            <a:r>
              <a:rPr lang="en-US" dirty="0"/>
              <a:t> that operate </a:t>
            </a:r>
            <a:r>
              <a:rPr lang="en-US" i="1" dirty="0"/>
              <a:t>without</a:t>
            </a:r>
            <a:r>
              <a:rPr lang="en-US" dirty="0"/>
              <a:t> human input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Video</a:t>
            </a:r>
            <a:r>
              <a:rPr lang="en-US" dirty="0"/>
              <a:t> generation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Vibe Coding</a:t>
            </a:r>
            <a:r>
              <a:rPr lang="en-US" dirty="0"/>
              <a:t> taken to the next level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Human-Quality</a:t>
            </a:r>
            <a:r>
              <a:rPr lang="en-US" dirty="0"/>
              <a:t> writing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Learning Assistance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97B50-5873-76AE-E72E-A9AC6049586C}"/>
              </a:ext>
            </a:extLst>
          </p:cNvPr>
          <p:cNvSpPr txBox="1"/>
          <p:nvPr/>
        </p:nvSpPr>
        <p:spPr>
          <a:xfrm>
            <a:off x="6573802" y="1644271"/>
            <a:ext cx="3579826" cy="1972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Recursively Self-Improving</a:t>
            </a:r>
            <a:r>
              <a:rPr lang="en-US" dirty="0"/>
              <a:t> A.I.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</a:t>
            </a:r>
            <a:r>
              <a:rPr lang="en-US" dirty="0"/>
              <a:t>rtificial </a:t>
            </a:r>
            <a:r>
              <a:rPr lang="en-US" b="1" dirty="0"/>
              <a:t>G</a:t>
            </a:r>
            <a:r>
              <a:rPr lang="en-US" dirty="0"/>
              <a:t>eneral </a:t>
            </a:r>
            <a:r>
              <a:rPr lang="en-US" b="1" dirty="0"/>
              <a:t>I</a:t>
            </a:r>
            <a:r>
              <a:rPr lang="en-US" dirty="0"/>
              <a:t>ntelligence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Robots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Superintelligence ?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7224D-BAAE-DD90-A4DB-5E79C3B98216}"/>
              </a:ext>
            </a:extLst>
          </p:cNvPr>
          <p:cNvSpPr txBox="1"/>
          <p:nvPr/>
        </p:nvSpPr>
        <p:spPr>
          <a:xfrm>
            <a:off x="1808294" y="4036687"/>
            <a:ext cx="7975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000" dirty="0"/>
              <a:t>What’s something A.I. </a:t>
            </a:r>
            <a:r>
              <a:rPr lang="en-US" sz="4000" b="1" dirty="0"/>
              <a:t>can’t</a:t>
            </a:r>
            <a:r>
              <a:rPr lang="en-US" sz="4000" dirty="0"/>
              <a:t> do now?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B4300-E454-9446-ED5F-4CB4EF59775E}"/>
              </a:ext>
            </a:extLst>
          </p:cNvPr>
          <p:cNvSpPr txBox="1"/>
          <p:nvPr/>
        </p:nvSpPr>
        <p:spPr>
          <a:xfrm>
            <a:off x="923377" y="5102586"/>
            <a:ext cx="10174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000" dirty="0"/>
              <a:t>What’s something A.I. will </a:t>
            </a:r>
            <a:r>
              <a:rPr lang="en-US" sz="4000" b="1" dirty="0"/>
              <a:t>never</a:t>
            </a:r>
            <a:r>
              <a:rPr lang="en-US" sz="4000" dirty="0"/>
              <a:t> be able to do?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8487D9-97D9-337C-7210-F3D7A3B42100}"/>
              </a:ext>
            </a:extLst>
          </p:cNvPr>
          <p:cNvSpPr txBox="1"/>
          <p:nvPr/>
        </p:nvSpPr>
        <p:spPr>
          <a:xfrm>
            <a:off x="1091551" y="2855887"/>
            <a:ext cx="705916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Learning Assistance</a:t>
            </a:r>
          </a:p>
        </p:txBody>
      </p:sp>
    </p:spTree>
    <p:extLst>
      <p:ext uri="{BB962C8B-B14F-4D97-AF65-F5344CB8AC3E}">
        <p14:creationId xmlns:p14="http://schemas.microsoft.com/office/powerpoint/2010/main" val="1114824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6970D5-AFC3-79E5-2CCC-D8425A17B6E2}"/>
              </a:ext>
            </a:extLst>
          </p:cNvPr>
          <p:cNvSpPr txBox="1"/>
          <p:nvPr/>
        </p:nvSpPr>
        <p:spPr>
          <a:xfrm>
            <a:off x="405751" y="268701"/>
            <a:ext cx="705916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</a:rPr>
              <a:t>Learning Assistance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37D03-94D9-EAC4-3184-10E553F8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51" y="1143000"/>
            <a:ext cx="5568451" cy="5367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6ED54-E1F2-E6D3-AFE2-80AD51BD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28"/>
          <a:stretch>
            <a:fillRect/>
          </a:stretch>
        </p:blipFill>
        <p:spPr>
          <a:xfrm>
            <a:off x="6409070" y="2020823"/>
            <a:ext cx="5312821" cy="4288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971450-2B00-E5C4-3DAC-C35BA48E8E5B}"/>
              </a:ext>
            </a:extLst>
          </p:cNvPr>
          <p:cNvSpPr txBox="1"/>
          <p:nvPr/>
        </p:nvSpPr>
        <p:spPr>
          <a:xfrm>
            <a:off x="7880191" y="1352511"/>
            <a:ext cx="3998210" cy="3416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i="1" dirty="0">
                <a:solidFill>
                  <a:schemeClr val="bg1"/>
                </a:solidFill>
              </a:rPr>
              <a:t>Teach me about quantum computing…</a:t>
            </a:r>
          </a:p>
        </p:txBody>
      </p:sp>
    </p:spTree>
    <p:extLst>
      <p:ext uri="{BB962C8B-B14F-4D97-AF65-F5344CB8AC3E}">
        <p14:creationId xmlns:p14="http://schemas.microsoft.com/office/powerpoint/2010/main" val="955227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E5FB-390B-0C3B-EACE-9E3B476E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pic>
        <p:nvPicPr>
          <p:cNvPr id="2050" name="Picture 2" descr="What is quantum computing? | Google Quantum AI">
            <a:extLst>
              <a:ext uri="{FF2B5EF4-FFF2-40B4-BE49-F238E27FC236}">
                <a16:creationId xmlns:a16="http://schemas.microsoft.com/office/drawing/2014/main" id="{1D098957-1EA3-324A-74B8-44B17E6D6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63" y="1060216"/>
            <a:ext cx="3866745" cy="515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antum Computing vs Classical Computing">
            <a:extLst>
              <a:ext uri="{FF2B5EF4-FFF2-40B4-BE49-F238E27FC236}">
                <a16:creationId xmlns:a16="http://schemas.microsoft.com/office/drawing/2014/main" id="{4E34CBBA-0667-EF58-503F-FAFFF8528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530" y="365125"/>
            <a:ext cx="4951126" cy="49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D3C78A-457A-C4AD-A164-05D15B3B87CE}"/>
              </a:ext>
            </a:extLst>
          </p:cNvPr>
          <p:cNvSpPr txBox="1"/>
          <p:nvPr/>
        </p:nvSpPr>
        <p:spPr>
          <a:xfrm>
            <a:off x="5248656" y="5569545"/>
            <a:ext cx="6702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Independent"/>
              </a:rPr>
              <a:t>a quantum computer with several qubits in superposition can crunch through </a:t>
            </a:r>
            <a:r>
              <a:rPr lang="en-US" b="1" i="0" dirty="0">
                <a:effectLst/>
                <a:latin typeface="Independent"/>
              </a:rPr>
              <a:t>a vast number of potential outcomes</a:t>
            </a:r>
            <a:r>
              <a:rPr lang="en-US" b="0" i="0" dirty="0">
                <a:effectLst/>
                <a:latin typeface="Independent"/>
              </a:rPr>
              <a:t> simultaneously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B2120-67D4-0704-C7BD-FA6D47F2238A}"/>
              </a:ext>
            </a:extLst>
          </p:cNvPr>
          <p:cNvSpPr txBox="1"/>
          <p:nvPr/>
        </p:nvSpPr>
        <p:spPr>
          <a:xfrm>
            <a:off x="4078224" y="6517776"/>
            <a:ext cx="942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hlinkClick r:id="rId4"/>
              </a:rPr>
              <a:t>https://www.technologyreview.com/2019/01/29/66141/what-is-quantum-computing/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265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FD37-7FC8-DC59-C293-1E3D31B0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Example: Pharmaceuticals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8FD6D-AF41-A4BA-B006-FD963585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59" y="1832659"/>
            <a:ext cx="5055465" cy="4652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Classical computers can't precisely simulate drug molecules, so robust experimentation is still needed to screen promising drug candidates. Quantum computers are ideal for getting </a:t>
            </a:r>
            <a:r>
              <a:rPr lang="en-US" b="1" dirty="0"/>
              <a:t>precise simulations of how potential drugs interact with complex biological molecules</a:t>
            </a:r>
            <a:r>
              <a:rPr lang="en-US" dirty="0"/>
              <a:t>. This may help researchers better identify drug candidates – and ultimately improve healthcare worldwide.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B9B1E-7194-48C8-ED73-24AB8C007B50}"/>
              </a:ext>
            </a:extLst>
          </p:cNvPr>
          <p:cNvSpPr txBox="1"/>
          <p:nvPr/>
        </p:nvSpPr>
        <p:spPr>
          <a:xfrm>
            <a:off x="0" y="64886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hlinkClick r:id="rId2"/>
              </a:rPr>
              <a:t>https://quantumai.google/applications</a:t>
            </a:r>
            <a:endParaRPr lang="en-US" i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B1A43F-F5FF-59C9-8181-0CF1A721F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24001"/>
            <a:ext cx="5559553" cy="417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95353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CBE6-4489-4C63-56C9-D5FE39B7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61A2-C131-7808-0813-B5B94E50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they just look really cool</a:t>
            </a:r>
          </a:p>
        </p:txBody>
      </p:sp>
      <p:pic>
        <p:nvPicPr>
          <p:cNvPr id="7174" name="Picture 6" descr="Why Do Quantum Computers Look So Weird?">
            <a:extLst>
              <a:ext uri="{FF2B5EF4-FFF2-40B4-BE49-F238E27FC236}">
                <a16:creationId xmlns:a16="http://schemas.microsoft.com/office/drawing/2014/main" id="{09D1051E-B608-B161-7B05-F9B75E0F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8404"/>
            <a:ext cx="6784177" cy="431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leveland Clinic, IBM install first health care quantum computer ...">
            <a:extLst>
              <a:ext uri="{FF2B5EF4-FFF2-40B4-BE49-F238E27FC236}">
                <a16:creationId xmlns:a16="http://schemas.microsoft.com/office/drawing/2014/main" id="{061E0A8D-2208-39ED-55B2-1584D6FE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669" y="0"/>
            <a:ext cx="514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E33BD-3A35-4C00-4E24-FE3D792D9D8A}"/>
              </a:ext>
            </a:extLst>
          </p:cNvPr>
          <p:cNvSpPr txBox="1"/>
          <p:nvPr/>
        </p:nvSpPr>
        <p:spPr>
          <a:xfrm>
            <a:off x="3952758" y="6492875"/>
            <a:ext cx="309091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i="1" dirty="0">
                <a:solidFill>
                  <a:schemeClr val="accent1"/>
                </a:solidFill>
              </a:rPr>
              <a:t>This one is at Cleveland Clinic!</a:t>
            </a:r>
          </a:p>
        </p:txBody>
      </p:sp>
    </p:spTree>
    <p:extLst>
      <p:ext uri="{BB962C8B-B14F-4D97-AF65-F5344CB8AC3E}">
        <p14:creationId xmlns:p14="http://schemas.microsoft.com/office/powerpoint/2010/main" val="1873532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2025: The year for “hype” normalization - SmartBrief">
            <a:extLst>
              <a:ext uri="{FF2B5EF4-FFF2-40B4-BE49-F238E27FC236}">
                <a16:creationId xmlns:a16="http://schemas.microsoft.com/office/drawing/2014/main" id="{171CF744-6441-3026-7216-8C9703BC5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E9CD0DA-F972-9755-2C53-07A7459D4C2C}"/>
              </a:ext>
            </a:extLst>
          </p:cNvPr>
          <p:cNvSpPr/>
          <p:nvPr/>
        </p:nvSpPr>
        <p:spPr>
          <a:xfrm>
            <a:off x="4678840" y="1989061"/>
            <a:ext cx="298383" cy="2983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848FEA-56F6-7135-B8FA-6EBA57CD3B70}"/>
              </a:ext>
            </a:extLst>
          </p:cNvPr>
          <p:cNvSpPr/>
          <p:nvPr/>
        </p:nvSpPr>
        <p:spPr>
          <a:xfrm>
            <a:off x="8552848" y="4244581"/>
            <a:ext cx="298383" cy="2983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E662A-0F5B-F0D7-1DC0-199F031D84D0}"/>
              </a:ext>
            </a:extLst>
          </p:cNvPr>
          <p:cNvSpPr txBox="1"/>
          <p:nvPr/>
        </p:nvSpPr>
        <p:spPr>
          <a:xfrm>
            <a:off x="8339663" y="64008"/>
            <a:ext cx="3852337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5400" b="1" dirty="0">
                <a:solidFill>
                  <a:schemeClr val="accent1"/>
                </a:solidFill>
              </a:rPr>
              <a:t>HYPE CYCLE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8E012A-3D15-0EA9-23B4-5559D3AE1147}"/>
              </a:ext>
            </a:extLst>
          </p:cNvPr>
          <p:cNvSpPr/>
          <p:nvPr/>
        </p:nvSpPr>
        <p:spPr>
          <a:xfrm>
            <a:off x="9284368" y="5981941"/>
            <a:ext cx="298383" cy="29838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 err="1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F741E-8D2F-DD3C-4EBA-EEA0472EB28A}"/>
              </a:ext>
            </a:extLst>
          </p:cNvPr>
          <p:cNvSpPr txBox="1"/>
          <p:nvPr/>
        </p:nvSpPr>
        <p:spPr>
          <a:xfrm>
            <a:off x="9284368" y="5500126"/>
            <a:ext cx="1479892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5"/>
                </a:solidFill>
              </a:rPr>
              <a:t>Blockchain /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5"/>
                </a:solidFill>
              </a:rPr>
              <a:t>        NFTs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FECB3-05B6-DB20-BAF9-62A46FA69395}"/>
              </a:ext>
            </a:extLst>
          </p:cNvPr>
          <p:cNvSpPr txBox="1"/>
          <p:nvPr/>
        </p:nvSpPr>
        <p:spPr>
          <a:xfrm>
            <a:off x="4977223" y="1796620"/>
            <a:ext cx="67839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A.I.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86AE0-B5A9-AE79-95D6-65635B0FCFF5}"/>
              </a:ext>
            </a:extLst>
          </p:cNvPr>
          <p:cNvSpPr txBox="1"/>
          <p:nvPr/>
        </p:nvSpPr>
        <p:spPr>
          <a:xfrm>
            <a:off x="8866631" y="4468496"/>
            <a:ext cx="67839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1"/>
                </a:solidFill>
              </a:rPr>
              <a:t>A.I. 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7E6755-4FDE-668D-2170-EF4CF43EF789}"/>
              </a:ext>
            </a:extLst>
          </p:cNvPr>
          <p:cNvSpPr/>
          <p:nvPr/>
        </p:nvSpPr>
        <p:spPr>
          <a:xfrm>
            <a:off x="2014888" y="4095389"/>
            <a:ext cx="298383" cy="29838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 err="1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036A95-A9AB-484C-B5E2-F452F9F31A49}"/>
              </a:ext>
            </a:extLst>
          </p:cNvPr>
          <p:cNvSpPr txBox="1"/>
          <p:nvPr/>
        </p:nvSpPr>
        <p:spPr>
          <a:xfrm>
            <a:off x="2360725" y="4126864"/>
            <a:ext cx="232146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accent4"/>
                </a:solidFill>
              </a:rPr>
              <a:t>Quantum Computing</a:t>
            </a:r>
          </a:p>
        </p:txBody>
      </p:sp>
      <p:pic>
        <p:nvPicPr>
          <p:cNvPr id="8200" name="Picture 8" descr="How Fashion NFTs Fizzled | BoF">
            <a:extLst>
              <a:ext uri="{FF2B5EF4-FFF2-40B4-BE49-F238E27FC236}">
                <a16:creationId xmlns:a16="http://schemas.microsoft.com/office/drawing/2014/main" id="{EF149083-1143-85A5-2AD5-9ED43CE0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17" y="5149215"/>
            <a:ext cx="1027009" cy="154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97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/>
      <p:bldP spid="7" grpId="0"/>
      <p:bldP spid="8" grpId="0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A2F59A-B035-4954-8B7C-B16B7BA06A03}"/>
              </a:ext>
            </a:extLst>
          </p:cNvPr>
          <p:cNvSpPr txBox="1"/>
          <p:nvPr/>
        </p:nvSpPr>
        <p:spPr>
          <a:xfrm>
            <a:off x="890891" y="621453"/>
            <a:ext cx="10044317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b="1" kern="0" dirty="0">
                <a:solidFill>
                  <a:srgbClr val="000000"/>
                </a:solidFill>
                <a:latin typeface="+mj-lt"/>
                <a:sym typeface="Krona One"/>
              </a:rPr>
              <a:t>MORE TECHNOLOGIES!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33C5D-1B8E-4289-A356-F7CF27CE808E}"/>
              </a:ext>
            </a:extLst>
          </p:cNvPr>
          <p:cNvSpPr/>
          <p:nvPr/>
        </p:nvSpPr>
        <p:spPr>
          <a:xfrm>
            <a:off x="826883" y="2171510"/>
            <a:ext cx="4894908" cy="1943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u="sng" dirty="0">
                <a:solidFill>
                  <a:schemeClr val="bg2"/>
                </a:solidFill>
                <a:cs typeface="Miriam Libre" panose="00000500000000000000" pitchFamily="2" charset="-79"/>
              </a:rPr>
              <a:t>Emerging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Must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exist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in some way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Must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not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be “mainstream”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Phases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: research, prototype, development, diffusion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1723A2-51E2-4CF7-BA29-EE840723970F}"/>
              </a:ext>
            </a:extLst>
          </p:cNvPr>
          <p:cNvSpPr/>
          <p:nvPr/>
        </p:nvSpPr>
        <p:spPr>
          <a:xfrm>
            <a:off x="826883" y="4407407"/>
            <a:ext cx="4894908" cy="156788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tx1"/>
                </a:solidFill>
                <a:cs typeface="Miriam Libre" panose="00000500000000000000" pitchFamily="2" charset="-79"/>
              </a:rPr>
              <a:t>Examples</a:t>
            </a:r>
          </a:p>
          <a:p>
            <a:pPr algn="ctr"/>
            <a:endParaRPr lang="en-US" sz="2133" dirty="0">
              <a:solidFill>
                <a:schemeClr val="tx1"/>
              </a:solidFill>
              <a:cs typeface="Miriam Libre" panose="00000500000000000000" pitchFamily="2" charset="-79"/>
            </a:endParaRPr>
          </a:p>
          <a:p>
            <a:pPr algn="ctr"/>
            <a:r>
              <a:rPr lang="en-US" sz="2133" dirty="0">
                <a:solidFill>
                  <a:schemeClr val="tx1"/>
                </a:solidFill>
                <a:cs typeface="Miriam Libre" panose="00000500000000000000" pitchFamily="2" charset="-79"/>
              </a:rPr>
              <a:t>self-driving car … VR/AR … androids …</a:t>
            </a:r>
          </a:p>
          <a:p>
            <a:pPr algn="ctr"/>
            <a:r>
              <a:rPr lang="en-US" sz="2133" dirty="0">
                <a:solidFill>
                  <a:schemeClr val="tx1"/>
                </a:solidFill>
                <a:cs typeface="Miriam Libre" panose="00000500000000000000" pitchFamily="2" charset="-79"/>
              </a:rPr>
              <a:t>brain-computer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13739-481B-4E84-83AC-66D9D798F0FE}"/>
              </a:ext>
            </a:extLst>
          </p:cNvPr>
          <p:cNvSpPr txBox="1"/>
          <p:nvPr/>
        </p:nvSpPr>
        <p:spPr>
          <a:xfrm>
            <a:off x="6470212" y="2171510"/>
            <a:ext cx="49684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3200" u="sng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Hypothetical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Must </a:t>
            </a:r>
            <a:r>
              <a:rPr lang="en-US" sz="2400" b="1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not exist</a:t>
            </a: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 at all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Often the subject of </a:t>
            </a:r>
            <a:r>
              <a:rPr lang="en-US" sz="2400" b="1" dirty="0">
                <a:solidFill>
                  <a:schemeClr val="bg2"/>
                </a:solidFill>
                <a:cs typeface="Miriam Libre" panose="00000500000000000000" pitchFamily="2" charset="-79"/>
              </a:rPr>
              <a:t>science fiction</a:t>
            </a:r>
            <a:r>
              <a:rPr lang="en-US" sz="2400" dirty="0">
                <a:solidFill>
                  <a:schemeClr val="bg2"/>
                </a:solidFill>
                <a:cs typeface="Miriam Libre" panose="00000500000000000000" pitchFamily="2" charset="-79"/>
              </a:rPr>
              <a:t> books/movies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400" b="1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Might</a:t>
            </a:r>
            <a:r>
              <a:rPr lang="en-US" sz="2400" kern="0" dirty="0">
                <a:solidFill>
                  <a:schemeClr val="bg2"/>
                </a:solidFill>
                <a:cs typeface="Miriam Libre" panose="00000500000000000000" pitchFamily="2" charset="-79"/>
                <a:sym typeface="Arial"/>
              </a:rPr>
              <a:t> exist in the future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3D592-8E28-4C8A-ABBD-E83D90669081}"/>
              </a:ext>
            </a:extLst>
          </p:cNvPr>
          <p:cNvSpPr/>
          <p:nvPr/>
        </p:nvSpPr>
        <p:spPr>
          <a:xfrm>
            <a:off x="6602995" y="4407407"/>
            <a:ext cx="4659516" cy="1567879"/>
          </a:xfrm>
          <a:prstGeom prst="rect">
            <a:avLst/>
          </a:prstGeom>
          <a:solidFill>
            <a:schemeClr val="accent4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bg2"/>
                </a:solidFill>
                <a:cs typeface="Miriam Libre" panose="00000500000000000000" pitchFamily="2" charset="-79"/>
              </a:rPr>
              <a:t>Examples</a:t>
            </a:r>
          </a:p>
          <a:p>
            <a:pPr algn="ctr"/>
            <a:endParaRPr lang="en-US" sz="2133" dirty="0">
              <a:solidFill>
                <a:schemeClr val="bg2"/>
              </a:solidFill>
              <a:cs typeface="Miriam Libre" panose="00000500000000000000" pitchFamily="2" charset="-79"/>
            </a:endParaRPr>
          </a:p>
          <a:p>
            <a:pPr algn="ctr"/>
            <a:r>
              <a:rPr lang="en-US" sz="2133" dirty="0">
                <a:solidFill>
                  <a:schemeClr val="bg2"/>
                </a:solidFill>
                <a:cs typeface="Miriam Libre" panose="00000500000000000000" pitchFamily="2" charset="-79"/>
              </a:rPr>
              <a:t>time machine … teleporter …</a:t>
            </a:r>
          </a:p>
          <a:p>
            <a:pPr algn="ctr"/>
            <a:r>
              <a:rPr lang="en-US" sz="2133" dirty="0">
                <a:solidFill>
                  <a:schemeClr val="bg2"/>
                </a:solidFill>
                <a:cs typeface="Miriam Libre" panose="00000500000000000000" pitchFamily="2" charset="-79"/>
              </a:rPr>
              <a:t>water-fueled car … immortality</a:t>
            </a:r>
          </a:p>
        </p:txBody>
      </p:sp>
    </p:spTree>
    <p:extLst>
      <p:ext uri="{BB962C8B-B14F-4D97-AF65-F5344CB8AC3E}">
        <p14:creationId xmlns:p14="http://schemas.microsoft.com/office/powerpoint/2010/main" val="52218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F82FC5-00DF-12C4-292D-9FA2BE39B833}"/>
              </a:ext>
            </a:extLst>
          </p:cNvPr>
          <p:cNvSpPr txBox="1"/>
          <p:nvPr/>
        </p:nvSpPr>
        <p:spPr>
          <a:xfrm>
            <a:off x="9244591" y="2385637"/>
            <a:ext cx="2236209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MEGASTRUCTURES</a:t>
            </a:r>
          </a:p>
        </p:txBody>
      </p:sp>
      <p:pic>
        <p:nvPicPr>
          <p:cNvPr id="1026" name="Picture 2" descr="These 1960s megastructures pictured a utopian future | CNN">
            <a:extLst>
              <a:ext uri="{FF2B5EF4-FFF2-40B4-BE49-F238E27FC236}">
                <a16:creationId xmlns:a16="http://schemas.microsoft.com/office/drawing/2014/main" id="{14F5D4F7-5C08-D199-418E-6FFB1E15C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89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3473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A092-FAAF-A14C-113F-737B3489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9DE6C0-C592-42AD-9BC5-C2F037535BBF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ARTIFICIAL GENERAL INTELLIGENCE</a:t>
            </a:r>
          </a:p>
        </p:txBody>
      </p:sp>
      <p:pic>
        <p:nvPicPr>
          <p:cNvPr id="2050" name="Picture 2" descr="What is artificial general intelligence (AGI)? | Zapier">
            <a:extLst>
              <a:ext uri="{FF2B5EF4-FFF2-40B4-BE49-F238E27FC236}">
                <a16:creationId xmlns:a16="http://schemas.microsoft.com/office/drawing/2014/main" id="{7A7FE500-6468-2348-E47E-4725C331B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19" b="19111"/>
          <a:stretch>
            <a:fillRect/>
          </a:stretch>
        </p:blipFill>
        <p:spPr bwMode="auto">
          <a:xfrm>
            <a:off x="550067" y="1066800"/>
            <a:ext cx="11091863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2355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2F1B-2CD5-24A3-54ED-700EAC04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B25A14-264F-1574-D076-608068A76EF8}"/>
              </a:ext>
            </a:extLst>
          </p:cNvPr>
          <p:cNvSpPr txBox="1"/>
          <p:nvPr/>
        </p:nvSpPr>
        <p:spPr>
          <a:xfrm>
            <a:off x="0" y="600659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AGELESSNESS</a:t>
            </a:r>
          </a:p>
        </p:txBody>
      </p:sp>
      <p:pic>
        <p:nvPicPr>
          <p:cNvPr id="3074" name="Picture 2" descr="Cash on immortality: Anti-ageing influencer Bryan Johnson's controversial  quest for eternal youth">
            <a:extLst>
              <a:ext uri="{FF2B5EF4-FFF2-40B4-BE49-F238E27FC236}">
                <a16:creationId xmlns:a16="http://schemas.microsoft.com/office/drawing/2014/main" id="{45DD6003-3BA8-DFDB-B270-6EA35ECA4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9" y="0"/>
            <a:ext cx="85725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09253B-3D00-56C5-4D27-E5BFFE3BF868}"/>
              </a:ext>
            </a:extLst>
          </p:cNvPr>
          <p:cNvSpPr txBox="1"/>
          <p:nvPr/>
        </p:nvSpPr>
        <p:spPr>
          <a:xfrm rot="16200000">
            <a:off x="10442101" y="3029319"/>
            <a:ext cx="210346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this  is not real at all</a:t>
            </a:r>
          </a:p>
        </p:txBody>
      </p:sp>
    </p:spTree>
    <p:extLst>
      <p:ext uri="{BB962C8B-B14F-4D97-AF65-F5344CB8AC3E}">
        <p14:creationId xmlns:p14="http://schemas.microsoft.com/office/powerpoint/2010/main" val="31910819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72B0E-C63E-6170-626F-041C5DF6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754778-DECB-35EC-51E7-755178971278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MOLECULAR ELECTRONICS</a:t>
            </a:r>
          </a:p>
        </p:txBody>
      </p:sp>
      <p:pic>
        <p:nvPicPr>
          <p:cNvPr id="4098" name="Picture 2" descr="New Measurement Method in Molecular Electronics - Method for measuring the  conductivity of individual pharmaceutical and biological molecules">
            <a:extLst>
              <a:ext uri="{FF2B5EF4-FFF2-40B4-BE49-F238E27FC236}">
                <a16:creationId xmlns:a16="http://schemas.microsoft.com/office/drawing/2014/main" id="{58DA9603-5DBB-5E3C-A0CB-B0EBB6112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551221"/>
            <a:ext cx="79248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8257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3EF3B-1176-BCE7-8BF1-CD176527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7AC7C1-8031-EDD2-6CBA-6D2895BD8C75}"/>
              </a:ext>
            </a:extLst>
          </p:cNvPr>
          <p:cNvSpPr txBox="1"/>
          <p:nvPr/>
        </p:nvSpPr>
        <p:spPr>
          <a:xfrm>
            <a:off x="0" y="5845231"/>
            <a:ext cx="827876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DNA DIGITAL STORAGE</a:t>
            </a:r>
          </a:p>
        </p:txBody>
      </p:sp>
      <p:pic>
        <p:nvPicPr>
          <p:cNvPr id="5122" name="Picture 2" descr="The Quest for a DNA Data Drive - IEEE Spectrum">
            <a:extLst>
              <a:ext uri="{FF2B5EF4-FFF2-40B4-BE49-F238E27FC236}">
                <a16:creationId xmlns:a16="http://schemas.microsoft.com/office/drawing/2014/main" id="{B8F0B467-7412-2BB0-B4DA-C3843C664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21" y="0"/>
            <a:ext cx="11080957" cy="576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0195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5462-F1C1-5A48-A294-26C8731F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1AB82A-54DC-F6C9-5891-69C705121A83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E-TEXTILES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43893-CCA9-331E-3A7F-2894D305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83" y="538776"/>
            <a:ext cx="8061634" cy="45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900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ACBC-6060-9A56-0AA4-B8046320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25850D-3290-1041-1286-702C843F0F10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SYNTHETIC MEDIA</a:t>
            </a:r>
          </a:p>
        </p:txBody>
      </p:sp>
      <p:pic>
        <p:nvPicPr>
          <p:cNvPr id="7170" name="Picture 2" descr="And the Oscar goes to Tilly Norwood? AI's leading lady spooks Hollywood">
            <a:extLst>
              <a:ext uri="{FF2B5EF4-FFF2-40B4-BE49-F238E27FC236}">
                <a16:creationId xmlns:a16="http://schemas.microsoft.com/office/drawing/2014/main" id="{0101590C-A7C6-ECA1-DBED-89D642BBF0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5" r="19432"/>
          <a:stretch>
            <a:fillRect/>
          </a:stretch>
        </p:blipFill>
        <p:spPr bwMode="auto">
          <a:xfrm>
            <a:off x="613861" y="554070"/>
            <a:ext cx="4748981" cy="437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7AC6D2-51D5-2666-8558-D848BF0C20A6}"/>
              </a:ext>
            </a:extLst>
          </p:cNvPr>
          <p:cNvSpPr txBox="1"/>
          <p:nvPr/>
        </p:nvSpPr>
        <p:spPr>
          <a:xfrm>
            <a:off x="7639451" y="2539488"/>
            <a:ext cx="2547492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dirty="0"/>
              <a:t>no one seems to like this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B7EA1-46F3-9D46-F38B-637FB18B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192" y="3429000"/>
            <a:ext cx="6516009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73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E76C-BA1B-FCEE-CB0D-EB49FA15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A5F24D-FB15-94D7-1A8D-CE7A0B559CFD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A.I. SLOP</a:t>
            </a:r>
          </a:p>
        </p:txBody>
      </p:sp>
      <p:pic>
        <p:nvPicPr>
          <p:cNvPr id="8194" name="Picture 2" descr="32 ridicules and insane AI slop found on your grandma's Facebook feed -  Geek Universe - Geek | Fanart | Cosplay | Pokémon GO | Geek Memes | Funny  pictures">
            <a:extLst>
              <a:ext uri="{FF2B5EF4-FFF2-40B4-BE49-F238E27FC236}">
                <a16:creationId xmlns:a16="http://schemas.microsoft.com/office/drawing/2014/main" id="{BF242353-6321-FF62-8977-89E6CD30B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402" y="724198"/>
            <a:ext cx="8517194" cy="447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96183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E69F-F6C8-AD4F-A676-1B50F2BB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3C0E37-378E-78EB-C0A0-C77C4E41B4AB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4D PRINTING</a:t>
            </a:r>
          </a:p>
        </p:txBody>
      </p:sp>
      <p:pic>
        <p:nvPicPr>
          <p:cNvPr id="9218" name="Picture 2" descr="4D Printing — Self-Assembly Lab">
            <a:extLst>
              <a:ext uri="{FF2B5EF4-FFF2-40B4-BE49-F238E27FC236}">
                <a16:creationId xmlns:a16="http://schemas.microsoft.com/office/drawing/2014/main" id="{51C96C98-73DB-B6D0-407B-BA10A5C0F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305050"/>
            <a:ext cx="5715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35009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F777-303F-67B4-9D2F-D22E9FDC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2033AF-0EBA-D3ED-EEE3-3C1D54C9DD76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ARTIFICIAL BRAIN</a:t>
            </a:r>
          </a:p>
        </p:txBody>
      </p:sp>
      <p:pic>
        <p:nvPicPr>
          <p:cNvPr id="10242" name="Picture 2" descr="Brain-mimicking artificial neuron could solve AI's growing energy problem">
            <a:extLst>
              <a:ext uri="{FF2B5EF4-FFF2-40B4-BE49-F238E27FC236}">
                <a16:creationId xmlns:a16="http://schemas.microsoft.com/office/drawing/2014/main" id="{DB201987-A21A-80A7-C687-F9D70B869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31" y="956187"/>
            <a:ext cx="8209935" cy="410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02789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F3B7-2560-1738-E94B-8FD7F5E7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228F75-020F-E657-F104-494A9899DA74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BRAIN-COMPUTER INTERFACE</a:t>
            </a:r>
          </a:p>
        </p:txBody>
      </p:sp>
      <p:pic>
        <p:nvPicPr>
          <p:cNvPr id="11266" name="Picture 2" descr="Technology Melds Minds With Machines, and Raises Concerns">
            <a:extLst>
              <a:ext uri="{FF2B5EF4-FFF2-40B4-BE49-F238E27FC236}">
                <a16:creationId xmlns:a16="http://schemas.microsoft.com/office/drawing/2014/main" id="{558EBDF8-0062-BE1D-6E33-1B7E0CDF2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054" y="353962"/>
            <a:ext cx="8433891" cy="474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69531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2EA0-1F5E-A5FA-33FC-74942E6A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D83920-5ADB-7163-210A-1A1EC11ABF88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WETWARE COMPUTER</a:t>
            </a:r>
          </a:p>
        </p:txBody>
      </p:sp>
      <p:pic>
        <p:nvPicPr>
          <p:cNvPr id="12290" name="Picture 2" descr="Chemical Systems for Wetware Artificial Life: Selected Perspectives in  Synthetic Cell Research">
            <a:extLst>
              <a:ext uri="{FF2B5EF4-FFF2-40B4-BE49-F238E27FC236}">
                <a16:creationId xmlns:a16="http://schemas.microsoft.com/office/drawing/2014/main" id="{6709B472-1E0B-7056-FA71-670FCD597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557" y="393291"/>
            <a:ext cx="6718884" cy="473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52229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B2943-3A8A-432B-CF75-05A63262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D8E165-756C-C592-BA62-8F5E41C8EFEB}"/>
              </a:ext>
            </a:extLst>
          </p:cNvPr>
          <p:cNvSpPr txBox="1"/>
          <p:nvPr/>
        </p:nvSpPr>
        <p:spPr>
          <a:xfrm>
            <a:off x="1" y="5819123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SPACE TRAVEL / COLONIZATION</a:t>
            </a:r>
          </a:p>
        </p:txBody>
      </p:sp>
      <p:pic>
        <p:nvPicPr>
          <p:cNvPr id="13314" name="Picture 2" descr="Lunar Colonies of the Future (1969) — Paleofuture">
            <a:extLst>
              <a:ext uri="{FF2B5EF4-FFF2-40B4-BE49-F238E27FC236}">
                <a16:creationId xmlns:a16="http://schemas.microsoft.com/office/drawing/2014/main" id="{0FFEBFDD-349E-EE2C-FA2D-A715868A1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660" cy="407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Optimus Will be the Von Neumann Probe | NextBigFuture.com">
            <a:extLst>
              <a:ext uri="{FF2B5EF4-FFF2-40B4-BE49-F238E27FC236}">
                <a16:creationId xmlns:a16="http://schemas.microsoft.com/office/drawing/2014/main" id="{1D259911-AE41-039F-6C68-D291824E3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71"/>
            <a:ext cx="6086276" cy="492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35572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B24E-3F23-6C94-E321-F7607301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ACBECB-5968-CFDD-19F7-C2E76DA8D17C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GASTROBOT</a:t>
            </a:r>
          </a:p>
        </p:txBody>
      </p:sp>
      <p:pic>
        <p:nvPicPr>
          <p:cNvPr id="14338" name="Picture 2" descr="GASTROBOTICS">
            <a:extLst>
              <a:ext uri="{FF2B5EF4-FFF2-40B4-BE49-F238E27FC236}">
                <a16:creationId xmlns:a16="http://schemas.microsoft.com/office/drawing/2014/main" id="{7EA31300-1ACF-DAFD-CB78-AAB29461B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49" y="1539824"/>
            <a:ext cx="36957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18649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99E7-0DF0-21A2-B167-0E121EAD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5CD40-86E2-B48F-3F84-D1E3165B7737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ANDROID</a:t>
            </a:r>
          </a:p>
        </p:txBody>
      </p:sp>
      <p:pic>
        <p:nvPicPr>
          <p:cNvPr id="15362" name="Picture 2" descr="Android (robot) - Wikipedia">
            <a:extLst>
              <a:ext uri="{FF2B5EF4-FFF2-40B4-BE49-F238E27FC236}">
                <a16:creationId xmlns:a16="http://schemas.microsoft.com/office/drawing/2014/main" id="{7C3E8E89-D29C-1256-9F05-F741DD14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3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Android robot to conduct Korean national orchestra - UPI.com">
            <a:extLst>
              <a:ext uri="{FF2B5EF4-FFF2-40B4-BE49-F238E27FC236}">
                <a16:creationId xmlns:a16="http://schemas.microsoft.com/office/drawing/2014/main" id="{644C8E1D-98C3-2AA1-5998-0474F75A6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412" y="525854"/>
            <a:ext cx="5182501" cy="432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01157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8C5D-3088-881D-2A8E-ACDB3EDB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0D195E-76BE-3621-FE6A-50753FFC902E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SELF-DRIVING CARS</a:t>
            </a:r>
          </a:p>
        </p:txBody>
      </p:sp>
      <p:pic>
        <p:nvPicPr>
          <p:cNvPr id="16386" name="Picture 2" descr="Self-Driving Cars - Where are we now? | BlackboxMyCar">
            <a:extLst>
              <a:ext uri="{FF2B5EF4-FFF2-40B4-BE49-F238E27FC236}">
                <a16:creationId xmlns:a16="http://schemas.microsoft.com/office/drawing/2014/main" id="{A1D2C012-1836-1623-D265-D48A4480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4" y="927612"/>
            <a:ext cx="714375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4826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FEAB-0CD9-DDFA-CD60-FB7F7857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716D41A-C955-68A2-B69D-61ECAE8CDE2A}"/>
              </a:ext>
            </a:extLst>
          </p:cNvPr>
          <p:cNvSpPr txBox="1"/>
          <p:nvPr/>
        </p:nvSpPr>
        <p:spPr>
          <a:xfrm>
            <a:off x="0" y="5376672"/>
            <a:ext cx="1219199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4800" b="1" dirty="0">
                <a:solidFill>
                  <a:schemeClr val="accent1"/>
                </a:solidFill>
                <a:latin typeface="+mj-lt"/>
              </a:rPr>
              <a:t>VIRTUAL / AUGMENTED REALITY</a:t>
            </a:r>
          </a:p>
        </p:txBody>
      </p:sp>
      <p:pic>
        <p:nvPicPr>
          <p:cNvPr id="17410" name="Picture 2" descr="AR, MR, XR and VR Streaming: Understanding the 4 R's">
            <a:extLst>
              <a:ext uri="{FF2B5EF4-FFF2-40B4-BE49-F238E27FC236}">
                <a16:creationId xmlns:a16="http://schemas.microsoft.com/office/drawing/2014/main" id="{C90CE768-B15D-5A17-9146-1411A431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01628"/>
            <a:ext cx="12191999" cy="344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25339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AC0D-140D-34C0-58AF-3DCDF1F5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BBA9DF-9EBE-328A-3520-49E432B31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How</a:t>
            </a:r>
            <a:r>
              <a:rPr lang="en-US" dirty="0"/>
              <a:t> can I learn about any of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FF2D-C68F-7263-3142-6771E5E89B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You, right now, maybe</a:t>
            </a:r>
          </a:p>
        </p:txBody>
      </p:sp>
    </p:spTree>
    <p:extLst>
      <p:ext uri="{BB962C8B-B14F-4D97-AF65-F5344CB8AC3E}">
        <p14:creationId xmlns:p14="http://schemas.microsoft.com/office/powerpoint/2010/main" val="56743493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3000D-6883-C673-7BF4-E3FC577A65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Wikipedia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A67BD-060B-C2C1-48AF-623857893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Microsoft Copilot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BA7EC3-D743-11EB-B6F2-E940C8AA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LEARNING PATHWAYS: Try Both!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FD3DEF-5ED9-6CAF-1627-13E1815771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956" y="2490787"/>
            <a:ext cx="4600575" cy="36195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181578-5317-184C-550C-4995F069462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7090569" y="2422525"/>
            <a:ext cx="3756025" cy="37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5567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62E3-E5FF-1DA7-6842-BD4C5E50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Wikipedia: Getting to Philosophy #wikipedia">
            <a:hlinkClick r:id="" action="ppaction://media"/>
            <a:extLst>
              <a:ext uri="{FF2B5EF4-FFF2-40B4-BE49-F238E27FC236}">
                <a16:creationId xmlns:a16="http://schemas.microsoft.com/office/drawing/2014/main" id="{FBD260B1-32FB-A2E1-CB07-912D21B35F2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3430" y="1835248"/>
            <a:ext cx="8083550" cy="45672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624F31-0F37-9DE4-5331-5161C467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Wikipedia: Philosophy &amp; </a:t>
            </a:r>
            <a:r>
              <a:rPr lang="en-US" dirty="0" err="1"/>
              <a:t>Wikiracing</a:t>
            </a:r>
            <a:endParaRPr lang="en-US" dirty="0"/>
          </a:p>
        </p:txBody>
      </p:sp>
      <p:pic>
        <p:nvPicPr>
          <p:cNvPr id="8" name="Online Media 7" title="Wikipedia Speedrun">
            <a:hlinkClick r:id="" action="ppaction://media"/>
            <a:extLst>
              <a:ext uri="{FF2B5EF4-FFF2-40B4-BE49-F238E27FC236}">
                <a16:creationId xmlns:a16="http://schemas.microsoft.com/office/drawing/2014/main" id="{F662EB5B-2D95-ED4C-070F-F0381D7C1AA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8477736" y="0"/>
            <a:ext cx="387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670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9710-3FB5-330B-6E73-90A8189FE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FOR A WIKIRACE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9D1EB-33B2-0254-B5CC-16FCDBAC0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68A17-BDC0-BA43-F3E8-7D5F0ED951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3765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08E0-33C1-B066-02E1-CC63CF7D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980D78-AECF-AFDF-F61D-04A34CDEA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5400" dirty="0"/>
              <a:t>Go to </a:t>
            </a:r>
            <a:r>
              <a:rPr lang="en-US" sz="5400" dirty="0">
                <a:hlinkClick r:id="rId2"/>
              </a:rPr>
              <a:t>copilot.microsoft.com</a:t>
            </a:r>
            <a:endParaRPr lang="en-US" sz="5400" dirty="0"/>
          </a:p>
          <a:p>
            <a:r>
              <a:rPr lang="en-US" sz="5400" dirty="0"/>
              <a:t>Choose a topic</a:t>
            </a:r>
          </a:p>
          <a:p>
            <a:r>
              <a:rPr lang="en-US" sz="5400" dirty="0"/>
              <a:t>Tell Copilot to explain your topic like you’re five years old</a:t>
            </a:r>
          </a:p>
          <a:p>
            <a:r>
              <a:rPr lang="en-US" sz="5400" dirty="0"/>
              <a:t>Quiz yourself!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399F0B-36FF-1C5D-B795-D48FDD54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Copilot: Learning &amp; Quizzing</a:t>
            </a:r>
          </a:p>
        </p:txBody>
      </p:sp>
    </p:spTree>
    <p:extLst>
      <p:ext uri="{BB962C8B-B14F-4D97-AF65-F5344CB8AC3E}">
        <p14:creationId xmlns:p14="http://schemas.microsoft.com/office/powerpoint/2010/main" val="138831575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B495-7F2E-AAA7-9BFB-3FBFB49D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5395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25 - Hyland Template">
  <a:themeElements>
    <a:clrScheme name="Hyland Theme Colors 2025">
      <a:dk1>
        <a:srgbClr val="000000"/>
      </a:dk1>
      <a:lt1>
        <a:srgbClr val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 Theme Fonts 2025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dirty="0" err="1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600"/>
          </a:spcBef>
          <a:defRPr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Hylabd Teal">
      <a:srgbClr val="13EAC1"/>
    </a:custClr>
    <a:custClr name="Hyland Purple">
      <a:srgbClr val="6E33FF"/>
    </a:custClr>
    <a:custClr name="Hyland Blue">
      <a:srgbClr val="52A1FF"/>
    </a:custClr>
    <a:custClr name="Hyland Yellow">
      <a:srgbClr val="F1CB61"/>
    </a:custClr>
    <a:custClr name="Hyland Dark Blue">
      <a:srgbClr val="191F5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Hyland Teal 60">
      <a:srgbClr val="70F2DA"/>
    </a:custClr>
    <a:custClr name="Hyland Purple 60">
      <a:srgbClr val="A785FF"/>
    </a:custClr>
    <a:custClr name="Hyland Blue 60">
      <a:srgbClr val="97C7FF"/>
    </a:custClr>
    <a:custClr name="Hyland Yellow 60">
      <a:srgbClr val="F7E0A0"/>
    </a:custClr>
    <a:custClr name="Hyland Dark Blue 80">
      <a:srgbClr val="75799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Hyland Teal 30">
      <a:srgbClr val="B9F9EC"/>
    </a:custClr>
    <a:custClr name="Hyland Purple 30">
      <a:srgbClr val="D3C2FF"/>
    </a:custClr>
    <a:custClr name="Hyland Blue 30">
      <a:srgbClr val="CAE3FF"/>
    </a:custClr>
    <a:custClr name="Hyland Yellow 30">
      <a:srgbClr val="FBEFD0"/>
    </a:custClr>
    <a:custClr name="Hyland Dark Blue 30">
      <a:srgbClr val="BABCCF"/>
    </a:custClr>
  </a:custClrLst>
  <a:extLst>
    <a:ext uri="{05A4C25C-085E-4340-85A3-A5531E510DB2}">
      <thm15:themeFamily xmlns:thm15="http://schemas.microsoft.com/office/thememl/2012/main" name="2025 Hyland PowerPoint Template" id="{8E8A20F4-D6FB-4456-B9B9-064521B42A63}" vid="{AAAC8DC8-8542-4DBF-B6E0-CA5C29E12CC0}"/>
    </a:ext>
  </a:extLst>
</a:theme>
</file>

<file path=ppt/theme/theme2.xml><?xml version="1.0" encoding="utf-8"?>
<a:theme xmlns:a="http://schemas.openxmlformats.org/drawingml/2006/main" name="Office Theme">
  <a:themeElements>
    <a:clrScheme name="Hyland Color Theme">
      <a:dk1>
        <a:sysClr val="windowText" lastClr="000000"/>
      </a:dk1>
      <a:lt1>
        <a:sysClr val="window" lastClr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Hyland Color Theme">
      <a:dk1>
        <a:sysClr val="windowText" lastClr="000000"/>
      </a:dk1>
      <a:lt1>
        <a:sysClr val="window" lastClr="FFFFFF"/>
      </a:lt1>
      <a:dk2>
        <a:srgbClr val="191F5E"/>
      </a:dk2>
      <a:lt2>
        <a:srgbClr val="F4F6FE"/>
      </a:lt2>
      <a:accent1>
        <a:srgbClr val="13EAC1"/>
      </a:accent1>
      <a:accent2>
        <a:srgbClr val="6E33FF"/>
      </a:accent2>
      <a:accent3>
        <a:srgbClr val="52A1FF"/>
      </a:accent3>
      <a:accent4>
        <a:srgbClr val="F1CB61"/>
      </a:accent4>
      <a:accent5>
        <a:srgbClr val="67709A"/>
      </a:accent5>
      <a:accent6>
        <a:srgbClr val="B3B7CC"/>
      </a:accent6>
      <a:hlink>
        <a:srgbClr val="6E33FF"/>
      </a:hlink>
      <a:folHlink>
        <a:srgbClr val="A785FF"/>
      </a:folHlink>
    </a:clrScheme>
    <a:fontScheme name="Hyland">
      <a:majorFont>
        <a:latin typeface="Arial Nova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 Hyland PowerPoint Template</Template>
  <TotalTime>521</TotalTime>
  <Words>742</Words>
  <Application>Microsoft Office PowerPoint</Application>
  <PresentationFormat>Widescreen</PresentationFormat>
  <Paragraphs>115</Paragraphs>
  <Slides>37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Arial Nova</vt:lpstr>
      <vt:lpstr>Independent</vt:lpstr>
      <vt:lpstr>Miriam Libre</vt:lpstr>
      <vt:lpstr>Source Sans Pro</vt:lpstr>
      <vt:lpstr>Times New Roman</vt:lpstr>
      <vt:lpstr>Wingdings</vt:lpstr>
      <vt:lpstr>2025 - Hyland Template</vt:lpstr>
      <vt:lpstr>Emerging Technology</vt:lpstr>
      <vt:lpstr>PowerPoint Presentation</vt:lpstr>
      <vt:lpstr>PowerPoint Presentation</vt:lpstr>
      <vt:lpstr>PowerPoint Presentation</vt:lpstr>
      <vt:lpstr>PowerPoint Presentation</vt:lpstr>
      <vt:lpstr>A.I. 2023</vt:lpstr>
      <vt:lpstr>PowerPoint Presentation</vt:lpstr>
      <vt:lpstr>PowerPoint Presentation</vt:lpstr>
      <vt:lpstr>PowerPoint Presentation</vt:lpstr>
      <vt:lpstr>Quantum Computing</vt:lpstr>
      <vt:lpstr>One Example: Pharmaceuticals</vt:lpstr>
      <vt:lpstr>Also they just look really cool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LEARNING PATHWAYS: Try Both!</vt:lpstr>
      <vt:lpstr>Wikipedia: Philosophy &amp; Wikiracing</vt:lpstr>
      <vt:lpstr>TIME FOR A WIKIRACE</vt:lpstr>
      <vt:lpstr>Copilot: Learning &amp; Quizzing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Burdett</dc:creator>
  <cp:lastModifiedBy>Joseph Maxwell</cp:lastModifiedBy>
  <cp:revision>11</cp:revision>
  <cp:lastPrinted>2025-03-14T19:50:10Z</cp:lastPrinted>
  <dcterms:created xsi:type="dcterms:W3CDTF">2025-03-17T20:19:22Z</dcterms:created>
  <dcterms:modified xsi:type="dcterms:W3CDTF">2026-09-02T14:06:23Z</dcterms:modified>
</cp:coreProperties>
</file>