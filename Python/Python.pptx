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8" r:id="rId3"/>
    <p:sldId id="310" r:id="rId4"/>
    <p:sldId id="301" r:id="rId5"/>
    <p:sldId id="304" r:id="rId6"/>
    <p:sldId id="303" r:id="rId7"/>
    <p:sldId id="302" r:id="rId8"/>
    <p:sldId id="305" r:id="rId9"/>
    <p:sldId id="307" r:id="rId10"/>
    <p:sldId id="308" r:id="rId11"/>
    <p:sldId id="309" r:id="rId12"/>
    <p:sldId id="259" r:id="rId13"/>
    <p:sldId id="262" r:id="rId14"/>
    <p:sldId id="260" r:id="rId15"/>
    <p:sldId id="261" r:id="rId16"/>
    <p:sldId id="263" r:id="rId17"/>
    <p:sldId id="320" r:id="rId18"/>
    <p:sldId id="322" r:id="rId19"/>
    <p:sldId id="328" r:id="rId20"/>
    <p:sldId id="323" r:id="rId21"/>
    <p:sldId id="326" r:id="rId22"/>
    <p:sldId id="327" r:id="rId23"/>
    <p:sldId id="324" r:id="rId24"/>
    <p:sldId id="325" r:id="rId25"/>
    <p:sldId id="311" r:id="rId26"/>
    <p:sldId id="312" r:id="rId27"/>
    <p:sldId id="313" r:id="rId28"/>
    <p:sldId id="314" r:id="rId29"/>
    <p:sldId id="315" r:id="rId30"/>
    <p:sldId id="316" r:id="rId31"/>
    <p:sldId id="264" r:id="rId32"/>
    <p:sldId id="265" r:id="rId33"/>
    <p:sldId id="266" r:id="rId34"/>
    <p:sldId id="321" r:id="rId35"/>
    <p:sldId id="318" r:id="rId36"/>
    <p:sldId id="317" r:id="rId37"/>
    <p:sldId id="297" r:id="rId38"/>
    <p:sldId id="299" r:id="rId39"/>
    <p:sldId id="319" r:id="rId40"/>
    <p:sldId id="257"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D00"/>
    <a:srgbClr val="060413"/>
    <a:srgbClr val="CADF7B"/>
    <a:srgbClr val="8CC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6616" autoAdjust="0"/>
  </p:normalViewPr>
  <p:slideViewPr>
    <p:cSldViewPr snapToGrid="0">
      <p:cViewPr varScale="1">
        <p:scale>
          <a:sx n="85" d="100"/>
          <a:sy n="85" d="100"/>
        </p:scale>
        <p:origin x="1536"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166821-6C76-43B4-90ED-EC04C965C0EE}" type="datetimeFigureOut">
              <a:rPr lang="en-US" smtClean="0"/>
              <a:t>9/9/2026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794465-180C-46F3-B270-18D6C421C221}" type="slidenum">
              <a:rPr lang="en-US" smtClean="0"/>
              <a:t>‹#›</a:t>
            </a:fld>
            <a:endParaRPr lang="en-US"/>
          </a:p>
        </p:txBody>
      </p:sp>
    </p:spTree>
    <p:extLst>
      <p:ext uri="{BB962C8B-B14F-4D97-AF65-F5344CB8AC3E}">
        <p14:creationId xmlns:p14="http://schemas.microsoft.com/office/powerpoint/2010/main" val="1952465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Let’s say hello to Python! But first…</a:t>
            </a:r>
          </a:p>
        </p:txBody>
      </p:sp>
      <p:sp>
        <p:nvSpPr>
          <p:cNvPr id="4" name="Slide Number Placeholder 3"/>
          <p:cNvSpPr>
            <a:spLocks noGrp="1"/>
          </p:cNvSpPr>
          <p:nvPr>
            <p:ph type="sldNum" sz="quarter" idx="5"/>
          </p:nvPr>
        </p:nvSpPr>
        <p:spPr/>
        <p:txBody>
          <a:bodyPr/>
          <a:lstStyle/>
          <a:p>
            <a:fld id="{58794465-180C-46F3-B270-18D6C421C221}" type="slidenum">
              <a:rPr lang="en-US" smtClean="0"/>
              <a:t>1</a:t>
            </a:fld>
            <a:endParaRPr lang="en-US"/>
          </a:p>
        </p:txBody>
      </p:sp>
    </p:spTree>
    <p:extLst>
      <p:ext uri="{BB962C8B-B14F-4D97-AF65-F5344CB8AC3E}">
        <p14:creationId xmlns:p14="http://schemas.microsoft.com/office/powerpoint/2010/main" val="1480003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Let’s say hello to programming. </a:t>
            </a:r>
            <a:r>
              <a:rPr lang="en-US" b="1" dirty="0"/>
              <a:t>Does anyone know any programming languages</a:t>
            </a:r>
            <a:r>
              <a:rPr lang="en-US" b="0" dirty="0"/>
              <a:t>?</a:t>
            </a:r>
          </a:p>
          <a:p>
            <a:pPr marL="171450" indent="-171450">
              <a:buFont typeface="Arial" panose="020B0604020202020204" pitchFamily="34" charset="0"/>
              <a:buChar char="•"/>
            </a:pPr>
            <a:r>
              <a:rPr lang="en-US" b="0" dirty="0"/>
              <a:t>Programming is different than writing HTML and CSS code. Those languages describe how to display a website, but they aren’t actually executing programs.</a:t>
            </a:r>
          </a:p>
          <a:p>
            <a:pPr marL="171450" indent="-171450">
              <a:buFont typeface="Arial" panose="020B0604020202020204" pitchFamily="34" charset="0"/>
              <a:buChar char="•"/>
            </a:pPr>
            <a:r>
              <a:rPr lang="en-US" b="0" dirty="0"/>
              <a:t>Programming means writing instructions for a computer to follow. These instructions have a very specific format, or what’s called </a:t>
            </a:r>
            <a:r>
              <a:rPr lang="en-US" b="0" i="1" dirty="0"/>
              <a:t>syntax</a:t>
            </a:r>
          </a:p>
          <a:p>
            <a:pPr marL="171450" indent="-171450">
              <a:buFont typeface="Arial" panose="020B0604020202020204" pitchFamily="34" charset="0"/>
              <a:buChar char="•"/>
            </a:pPr>
            <a:r>
              <a:rPr lang="en-US" b="0" i="0" dirty="0"/>
              <a:t>This is a lot like writing a script for a play – and it’s super important that the script is the proper format. This script is not from a play, it’s from an AI-generated episode of </a:t>
            </a:r>
            <a:r>
              <a:rPr lang="en-US" b="0" i="0" dirty="0" err="1"/>
              <a:t>spongebob</a:t>
            </a:r>
            <a:r>
              <a:rPr lang="en-US" b="0" i="0" dirty="0"/>
              <a:t>. Still good. But we’re not ready to dispense with the theatrics just yet…</a:t>
            </a:r>
            <a:endParaRPr lang="en-US" i="0" dirty="0"/>
          </a:p>
        </p:txBody>
      </p:sp>
      <p:sp>
        <p:nvSpPr>
          <p:cNvPr id="4" name="Slide Number Placeholder 3"/>
          <p:cNvSpPr>
            <a:spLocks noGrp="1"/>
          </p:cNvSpPr>
          <p:nvPr>
            <p:ph type="sldNum" sz="quarter" idx="5"/>
          </p:nvPr>
        </p:nvSpPr>
        <p:spPr/>
        <p:txBody>
          <a:bodyPr/>
          <a:lstStyle/>
          <a:p>
            <a:fld id="{58794465-180C-46F3-B270-18D6C421C221}" type="slidenum">
              <a:rPr lang="en-US" smtClean="0"/>
              <a:t>2</a:t>
            </a:fld>
            <a:endParaRPr lang="en-US"/>
          </a:p>
        </p:txBody>
      </p:sp>
    </p:spTree>
    <p:extLst>
      <p:ext uri="{BB962C8B-B14F-4D97-AF65-F5344CB8AC3E}">
        <p14:creationId xmlns:p14="http://schemas.microsoft.com/office/powerpoint/2010/main" val="3909363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Remember, Python (this snake guy) </a:t>
            </a:r>
            <a:r>
              <a:rPr lang="en-US" i="1" dirty="0"/>
              <a:t>executes</a:t>
            </a:r>
            <a:r>
              <a:rPr lang="en-US" i="0" dirty="0"/>
              <a:t> instructions. Python reads the instructions, and follows them – executing the commands.</a:t>
            </a:r>
          </a:p>
          <a:p>
            <a:pPr marL="171450" indent="-171450">
              <a:buFont typeface="Arial" panose="020B0604020202020204" pitchFamily="34" charset="0"/>
              <a:buChar char="•"/>
            </a:pPr>
            <a:r>
              <a:rPr lang="en-US" i="0" dirty="0"/>
              <a:t>Imagine there were a magical scroll that could control this snake. It has a set of instructions that MUST be followed.</a:t>
            </a:r>
          </a:p>
          <a:p>
            <a:pPr marL="171450" indent="-171450">
              <a:buFont typeface="Arial" panose="020B0604020202020204" pitchFamily="34" charset="0"/>
              <a:buChar char="•"/>
            </a:pPr>
            <a:r>
              <a:rPr lang="en-US" i="0" dirty="0"/>
              <a:t>The snake will read through these instructions ONE BY ONE. The first one happens first. Order matters.</a:t>
            </a:r>
          </a:p>
          <a:p>
            <a:pPr marL="171450" indent="-171450">
              <a:buFont typeface="Arial" panose="020B0604020202020204" pitchFamily="34" charset="0"/>
              <a:buChar char="•"/>
            </a:pPr>
            <a:r>
              <a:rPr lang="en-US" i="0" dirty="0"/>
              <a:t>The snake will </a:t>
            </a:r>
            <a:r>
              <a:rPr lang="en-US" i="1" dirty="0"/>
              <a:t>execute</a:t>
            </a:r>
            <a:r>
              <a:rPr lang="en-US" i="0" dirty="0"/>
              <a:t> the first instruction. Like this. It will say Hi!</a:t>
            </a:r>
            <a:endParaRPr lang="en-US" dirty="0"/>
          </a:p>
        </p:txBody>
      </p:sp>
      <p:sp>
        <p:nvSpPr>
          <p:cNvPr id="4" name="Slide Number Placeholder 3"/>
          <p:cNvSpPr>
            <a:spLocks noGrp="1"/>
          </p:cNvSpPr>
          <p:nvPr>
            <p:ph type="sldNum" sz="quarter" idx="5"/>
          </p:nvPr>
        </p:nvSpPr>
        <p:spPr/>
        <p:txBody>
          <a:bodyPr/>
          <a:lstStyle/>
          <a:p>
            <a:fld id="{58794465-180C-46F3-B270-18D6C421C221}" type="slidenum">
              <a:rPr lang="en-US" smtClean="0"/>
              <a:t>4</a:t>
            </a:fld>
            <a:endParaRPr lang="en-US"/>
          </a:p>
        </p:txBody>
      </p:sp>
    </p:spTree>
    <p:extLst>
      <p:ext uri="{BB962C8B-B14F-4D97-AF65-F5344CB8AC3E}">
        <p14:creationId xmlns:p14="http://schemas.microsoft.com/office/powerpoint/2010/main" val="34871937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After that, the snake will move on down to the next statement. It will read it, understand it, and then do it!</a:t>
            </a:r>
          </a:p>
          <a:p>
            <a:pPr marL="171450" indent="-171450">
              <a:buFont typeface="Arial" panose="020B0604020202020204" pitchFamily="34" charset="0"/>
              <a:buChar char="•"/>
            </a:pPr>
            <a:r>
              <a:rPr lang="en-US" dirty="0"/>
              <a:t>It looks like this.</a:t>
            </a:r>
          </a:p>
        </p:txBody>
      </p:sp>
      <p:sp>
        <p:nvSpPr>
          <p:cNvPr id="4" name="Slide Number Placeholder 3"/>
          <p:cNvSpPr>
            <a:spLocks noGrp="1"/>
          </p:cNvSpPr>
          <p:nvPr>
            <p:ph type="sldNum" sz="quarter" idx="5"/>
          </p:nvPr>
        </p:nvSpPr>
        <p:spPr/>
        <p:txBody>
          <a:bodyPr/>
          <a:lstStyle/>
          <a:p>
            <a:fld id="{58794465-180C-46F3-B270-18D6C421C221}" type="slidenum">
              <a:rPr lang="en-US" smtClean="0"/>
              <a:t>5</a:t>
            </a:fld>
            <a:endParaRPr lang="en-US"/>
          </a:p>
        </p:txBody>
      </p:sp>
    </p:spTree>
    <p:extLst>
      <p:ext uri="{BB962C8B-B14F-4D97-AF65-F5344CB8AC3E}">
        <p14:creationId xmlns:p14="http://schemas.microsoft.com/office/powerpoint/2010/main" val="252557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snake, being a super powerful computer, can also perform calculations. </a:t>
            </a:r>
            <a:r>
              <a:rPr lang="en-US" b="1" dirty="0"/>
              <a:t>What’s four plus four?</a:t>
            </a:r>
            <a:endParaRPr lang="en-US" b="0" dirty="0"/>
          </a:p>
          <a:p>
            <a:pPr marL="171450" indent="-171450">
              <a:buFont typeface="Arial" panose="020B0604020202020204" pitchFamily="34" charset="0"/>
              <a:buChar char="•"/>
            </a:pPr>
            <a:r>
              <a:rPr lang="en-US" b="0" dirty="0"/>
              <a:t>It will spit out the answer.</a:t>
            </a:r>
            <a:endParaRPr lang="en-US" dirty="0"/>
          </a:p>
        </p:txBody>
      </p:sp>
      <p:sp>
        <p:nvSpPr>
          <p:cNvPr id="4" name="Slide Number Placeholder 3"/>
          <p:cNvSpPr>
            <a:spLocks noGrp="1"/>
          </p:cNvSpPr>
          <p:nvPr>
            <p:ph type="sldNum" sz="quarter" idx="5"/>
          </p:nvPr>
        </p:nvSpPr>
        <p:spPr/>
        <p:txBody>
          <a:bodyPr/>
          <a:lstStyle/>
          <a:p>
            <a:fld id="{58794465-180C-46F3-B270-18D6C421C221}" type="slidenum">
              <a:rPr lang="en-US" smtClean="0"/>
              <a:t>6</a:t>
            </a:fld>
            <a:endParaRPr lang="en-US"/>
          </a:p>
        </p:txBody>
      </p:sp>
    </p:spTree>
    <p:extLst>
      <p:ext uri="{BB962C8B-B14F-4D97-AF65-F5344CB8AC3E}">
        <p14:creationId xmlns:p14="http://schemas.microsoft.com/office/powerpoint/2010/main" val="1416537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Using some specific libraries (code other people wrote), it’s even possible to have graphical representations of the computer. If we tell Python to do a flip…</a:t>
            </a:r>
          </a:p>
          <a:p>
            <a:pPr marL="171450" indent="-171450">
              <a:buFont typeface="Arial" panose="020B0604020202020204" pitchFamily="34" charset="0"/>
              <a:buChar char="•"/>
            </a:pPr>
            <a:r>
              <a:rPr lang="en-US" dirty="0"/>
              <a:t>It will flip.</a:t>
            </a:r>
          </a:p>
        </p:txBody>
      </p:sp>
      <p:sp>
        <p:nvSpPr>
          <p:cNvPr id="4" name="Slide Number Placeholder 3"/>
          <p:cNvSpPr>
            <a:spLocks noGrp="1"/>
          </p:cNvSpPr>
          <p:nvPr>
            <p:ph type="sldNum" sz="quarter" idx="5"/>
          </p:nvPr>
        </p:nvSpPr>
        <p:spPr/>
        <p:txBody>
          <a:bodyPr/>
          <a:lstStyle/>
          <a:p>
            <a:fld id="{58794465-180C-46F3-B270-18D6C421C221}" type="slidenum">
              <a:rPr lang="en-US" smtClean="0"/>
              <a:t>7</a:t>
            </a:fld>
            <a:endParaRPr lang="en-US"/>
          </a:p>
        </p:txBody>
      </p:sp>
    </p:spTree>
    <p:extLst>
      <p:ext uri="{BB962C8B-B14F-4D97-AF65-F5344CB8AC3E}">
        <p14:creationId xmlns:p14="http://schemas.microsoft.com/office/powerpoint/2010/main" val="660534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So, how does this actually translate into real Python code?</a:t>
            </a:r>
          </a:p>
          <a:p>
            <a:pPr marL="171450" indent="-171450">
              <a:buFont typeface="Arial" panose="020B0604020202020204" pitchFamily="34" charset="0"/>
              <a:buChar char="•"/>
            </a:pPr>
            <a:r>
              <a:rPr lang="en-US" dirty="0"/>
              <a:t>Really, it’s not too different from the text – but there are some specific format needs (or SYNTAX) that must be followed.</a:t>
            </a:r>
          </a:p>
          <a:p>
            <a:pPr marL="171450" indent="-171450">
              <a:buFont typeface="Arial" panose="020B0604020202020204" pitchFamily="34" charset="0"/>
              <a:buChar char="•"/>
            </a:pPr>
            <a:r>
              <a:rPr lang="en-US" dirty="0"/>
              <a:t>Each line here is a command or statement. Those are the same thing for our purposes.</a:t>
            </a:r>
          </a:p>
          <a:p>
            <a:pPr marL="171450" indent="-171450">
              <a:buFont typeface="Arial" panose="020B0604020202020204" pitchFamily="34" charset="0"/>
              <a:buChar char="•"/>
            </a:pPr>
            <a:r>
              <a:rPr lang="en-US" dirty="0"/>
              <a:t>Each statement does something very specific – the snake does exactly what you tell it, as long as it knows how!</a:t>
            </a:r>
          </a:p>
          <a:p>
            <a:pPr marL="171450" indent="-171450">
              <a:buFont typeface="Arial" panose="020B0604020202020204" pitchFamily="34" charset="0"/>
              <a:buChar char="•"/>
            </a:pPr>
            <a:r>
              <a:rPr lang="en-US" dirty="0"/>
              <a:t>It’s really important to spell everything correctly</a:t>
            </a:r>
          </a:p>
          <a:p>
            <a:pPr marL="171450" indent="-171450">
              <a:buFont typeface="Arial" panose="020B0604020202020204" pitchFamily="34" charset="0"/>
              <a:buChar char="•"/>
            </a:pPr>
            <a:r>
              <a:rPr lang="en-US" dirty="0"/>
              <a:t>Things like parentheses, quotation marks, and periods all need to be in the right place. They are super important! When in doubt, try to make sure everything you’re typing matches exactly.</a:t>
            </a:r>
          </a:p>
        </p:txBody>
      </p:sp>
      <p:sp>
        <p:nvSpPr>
          <p:cNvPr id="4" name="Slide Number Placeholder 3"/>
          <p:cNvSpPr>
            <a:spLocks noGrp="1"/>
          </p:cNvSpPr>
          <p:nvPr>
            <p:ph type="sldNum" sz="quarter" idx="5"/>
          </p:nvPr>
        </p:nvSpPr>
        <p:spPr/>
        <p:txBody>
          <a:bodyPr/>
          <a:lstStyle/>
          <a:p>
            <a:fld id="{58794465-180C-46F3-B270-18D6C421C221}" type="slidenum">
              <a:rPr lang="en-US" smtClean="0"/>
              <a:t>8</a:t>
            </a:fld>
            <a:endParaRPr lang="en-US"/>
          </a:p>
        </p:txBody>
      </p:sp>
    </p:spTree>
    <p:extLst>
      <p:ext uri="{BB962C8B-B14F-4D97-AF65-F5344CB8AC3E}">
        <p14:creationId xmlns:p14="http://schemas.microsoft.com/office/powerpoint/2010/main" val="37044542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794465-180C-46F3-B270-18D6C421C221}" type="slidenum">
              <a:rPr lang="en-US" smtClean="0"/>
              <a:t>9</a:t>
            </a:fld>
            <a:endParaRPr lang="en-US"/>
          </a:p>
        </p:txBody>
      </p:sp>
    </p:spTree>
    <p:extLst>
      <p:ext uri="{BB962C8B-B14F-4D97-AF65-F5344CB8AC3E}">
        <p14:creationId xmlns:p14="http://schemas.microsoft.com/office/powerpoint/2010/main" val="2324409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794465-180C-46F3-B270-18D6C421C221}" type="slidenum">
              <a:rPr lang="en-US" smtClean="0"/>
              <a:t>26</a:t>
            </a:fld>
            <a:endParaRPr lang="en-US"/>
          </a:p>
        </p:txBody>
      </p:sp>
    </p:spTree>
    <p:extLst>
      <p:ext uri="{BB962C8B-B14F-4D97-AF65-F5344CB8AC3E}">
        <p14:creationId xmlns:p14="http://schemas.microsoft.com/office/powerpoint/2010/main" val="770907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Ask the students which pieces of code are repeated</a:t>
            </a:r>
          </a:p>
          <a:p>
            <a:endParaRPr lang="en-US" dirty="0"/>
          </a:p>
        </p:txBody>
      </p:sp>
      <p:sp>
        <p:nvSpPr>
          <p:cNvPr id="4" name="Slide Number Placeholder 3"/>
          <p:cNvSpPr>
            <a:spLocks noGrp="1"/>
          </p:cNvSpPr>
          <p:nvPr>
            <p:ph type="sldNum" sz="quarter" idx="5"/>
          </p:nvPr>
        </p:nvSpPr>
        <p:spPr/>
        <p:txBody>
          <a:bodyPr/>
          <a:lstStyle/>
          <a:p>
            <a:fld id="{58794465-180C-46F3-B270-18D6C421C221}" type="slidenum">
              <a:rPr lang="en-US" smtClean="0"/>
              <a:t>27</a:t>
            </a:fld>
            <a:endParaRPr lang="en-US"/>
          </a:p>
        </p:txBody>
      </p:sp>
    </p:spTree>
    <p:extLst>
      <p:ext uri="{BB962C8B-B14F-4D97-AF65-F5344CB8AC3E}">
        <p14:creationId xmlns:p14="http://schemas.microsoft.com/office/powerpoint/2010/main" val="836334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lines are repeated! Over and over again!</a:t>
            </a:r>
          </a:p>
        </p:txBody>
      </p:sp>
      <p:sp>
        <p:nvSpPr>
          <p:cNvPr id="4" name="Slide Number Placeholder 3"/>
          <p:cNvSpPr>
            <a:spLocks noGrp="1"/>
          </p:cNvSpPr>
          <p:nvPr>
            <p:ph type="sldNum" sz="quarter" idx="5"/>
          </p:nvPr>
        </p:nvSpPr>
        <p:spPr/>
        <p:txBody>
          <a:bodyPr/>
          <a:lstStyle/>
          <a:p>
            <a:fld id="{58794465-180C-46F3-B270-18D6C421C221}" type="slidenum">
              <a:rPr lang="en-US" smtClean="0"/>
              <a:t>28</a:t>
            </a:fld>
            <a:endParaRPr lang="en-US"/>
          </a:p>
        </p:txBody>
      </p:sp>
    </p:spTree>
    <p:extLst>
      <p:ext uri="{BB962C8B-B14F-4D97-AF65-F5344CB8AC3E}">
        <p14:creationId xmlns:p14="http://schemas.microsoft.com/office/powerpoint/2010/main" val="6090250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need all the other ones!</a:t>
            </a:r>
          </a:p>
        </p:txBody>
      </p:sp>
      <p:sp>
        <p:nvSpPr>
          <p:cNvPr id="4" name="Slide Number Placeholder 3"/>
          <p:cNvSpPr>
            <a:spLocks noGrp="1"/>
          </p:cNvSpPr>
          <p:nvPr>
            <p:ph type="sldNum" sz="quarter" idx="5"/>
          </p:nvPr>
        </p:nvSpPr>
        <p:spPr/>
        <p:txBody>
          <a:bodyPr/>
          <a:lstStyle/>
          <a:p>
            <a:fld id="{58794465-180C-46F3-B270-18D6C421C221}" type="slidenum">
              <a:rPr lang="en-US" smtClean="0"/>
              <a:t>29</a:t>
            </a:fld>
            <a:endParaRPr lang="en-US"/>
          </a:p>
        </p:txBody>
      </p:sp>
    </p:spTree>
    <p:extLst>
      <p:ext uri="{BB962C8B-B14F-4D97-AF65-F5344CB8AC3E}">
        <p14:creationId xmlns:p14="http://schemas.microsoft.com/office/powerpoint/2010/main" val="3500104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look here</a:t>
            </a:r>
          </a:p>
        </p:txBody>
      </p:sp>
      <p:sp>
        <p:nvSpPr>
          <p:cNvPr id="4" name="Slide Number Placeholder 3"/>
          <p:cNvSpPr>
            <a:spLocks noGrp="1"/>
          </p:cNvSpPr>
          <p:nvPr>
            <p:ph type="sldNum" sz="quarter" idx="5"/>
          </p:nvPr>
        </p:nvSpPr>
        <p:spPr/>
        <p:txBody>
          <a:bodyPr/>
          <a:lstStyle/>
          <a:p>
            <a:fld id="{58794465-180C-46F3-B270-18D6C421C221}" type="slidenum">
              <a:rPr lang="en-US" smtClean="0"/>
              <a:t>30</a:t>
            </a:fld>
            <a:endParaRPr lang="en-US"/>
          </a:p>
        </p:txBody>
      </p:sp>
    </p:spTree>
    <p:extLst>
      <p:ext uri="{BB962C8B-B14F-4D97-AF65-F5344CB8AC3E}">
        <p14:creationId xmlns:p14="http://schemas.microsoft.com/office/powerpoint/2010/main" val="39233432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want to throw these in a loop! 18 times!</a:t>
            </a:r>
          </a:p>
        </p:txBody>
      </p:sp>
      <p:sp>
        <p:nvSpPr>
          <p:cNvPr id="4" name="Slide Number Placeholder 3"/>
          <p:cNvSpPr>
            <a:spLocks noGrp="1"/>
          </p:cNvSpPr>
          <p:nvPr>
            <p:ph type="sldNum" sz="quarter" idx="5"/>
          </p:nvPr>
        </p:nvSpPr>
        <p:spPr/>
        <p:txBody>
          <a:bodyPr/>
          <a:lstStyle/>
          <a:p>
            <a:fld id="{58794465-180C-46F3-B270-18D6C421C221}" type="slidenum">
              <a:rPr lang="en-US" smtClean="0"/>
              <a:t>31</a:t>
            </a:fld>
            <a:endParaRPr lang="en-US"/>
          </a:p>
        </p:txBody>
      </p:sp>
    </p:spTree>
    <p:extLst>
      <p:ext uri="{BB962C8B-B14F-4D97-AF65-F5344CB8AC3E}">
        <p14:creationId xmlns:p14="http://schemas.microsoft.com/office/powerpoint/2010/main" val="26833194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Indentation is how you show which lines to repeat!</a:t>
            </a:r>
          </a:p>
        </p:txBody>
      </p:sp>
      <p:sp>
        <p:nvSpPr>
          <p:cNvPr id="4" name="Slide Number Placeholder 3"/>
          <p:cNvSpPr>
            <a:spLocks noGrp="1"/>
          </p:cNvSpPr>
          <p:nvPr>
            <p:ph type="sldNum" sz="quarter" idx="5"/>
          </p:nvPr>
        </p:nvSpPr>
        <p:spPr/>
        <p:txBody>
          <a:bodyPr/>
          <a:lstStyle/>
          <a:p>
            <a:fld id="{58794465-180C-46F3-B270-18D6C421C221}" type="slidenum">
              <a:rPr lang="en-US" smtClean="0"/>
              <a:t>32</a:t>
            </a:fld>
            <a:endParaRPr lang="en-US"/>
          </a:p>
        </p:txBody>
      </p:sp>
    </p:spTree>
    <p:extLst>
      <p:ext uri="{BB962C8B-B14F-4D97-AF65-F5344CB8AC3E}">
        <p14:creationId xmlns:p14="http://schemas.microsoft.com/office/powerpoint/2010/main" val="17831062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has a ton of uses. A few of them:</a:t>
            </a:r>
          </a:p>
          <a:p>
            <a:endParaRPr lang="en-US" dirty="0"/>
          </a:p>
          <a:p>
            <a:pPr marL="171450" indent="-171450">
              <a:buFontTx/>
              <a:buChar char="-"/>
            </a:pPr>
            <a:r>
              <a:rPr lang="en-US" dirty="0"/>
              <a:t>Game Development</a:t>
            </a:r>
          </a:p>
          <a:p>
            <a:pPr marL="171450" indent="-171450">
              <a:buFontTx/>
              <a:buChar char="-"/>
            </a:pPr>
            <a:r>
              <a:rPr lang="en-US" dirty="0"/>
              <a:t>Automation</a:t>
            </a:r>
          </a:p>
          <a:p>
            <a:pPr marL="171450" indent="-171450">
              <a:buFontTx/>
              <a:buChar char="-"/>
            </a:pPr>
            <a:r>
              <a:rPr lang="en-US" dirty="0"/>
              <a:t>Web Development</a:t>
            </a:r>
          </a:p>
          <a:p>
            <a:pPr marL="171450" indent="-171450">
              <a:buFontTx/>
              <a:buChar char="-"/>
            </a:pPr>
            <a:r>
              <a:rPr lang="en-US" dirty="0"/>
              <a:t>Data Analysis</a:t>
            </a:r>
          </a:p>
          <a:p>
            <a:pPr marL="171450" indent="-171450">
              <a:buFontTx/>
              <a:buChar char="-"/>
            </a:pPr>
            <a:r>
              <a:rPr lang="en-US" dirty="0"/>
              <a:t>Web Scraping</a:t>
            </a:r>
          </a:p>
          <a:p>
            <a:pPr marL="171450" indent="-171450">
              <a:buFontTx/>
              <a:buChar char="-"/>
            </a:pPr>
            <a:r>
              <a:rPr lang="en-US" dirty="0"/>
              <a:t>Machine Learning</a:t>
            </a:r>
          </a:p>
        </p:txBody>
      </p:sp>
      <p:sp>
        <p:nvSpPr>
          <p:cNvPr id="4" name="Slide Number Placeholder 3"/>
          <p:cNvSpPr>
            <a:spLocks noGrp="1"/>
          </p:cNvSpPr>
          <p:nvPr>
            <p:ph type="sldNum" sz="quarter" idx="5"/>
          </p:nvPr>
        </p:nvSpPr>
        <p:spPr/>
        <p:txBody>
          <a:bodyPr/>
          <a:lstStyle/>
          <a:p>
            <a:fld id="{DEC8F7F9-57EC-49CF-9FCD-2B781E4B449F}" type="slidenum">
              <a:rPr lang="en-US" smtClean="0"/>
              <a:t>37</a:t>
            </a:fld>
            <a:endParaRPr lang="en-US"/>
          </a:p>
        </p:txBody>
      </p:sp>
    </p:spTree>
    <p:extLst>
      <p:ext uri="{BB962C8B-B14F-4D97-AF65-F5344CB8AC3E}">
        <p14:creationId xmlns:p14="http://schemas.microsoft.com/office/powerpoint/2010/main" val="26362354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None of this information is strictly necessary, but it’s fun to know!</a:t>
            </a:r>
          </a:p>
          <a:p>
            <a:pPr marL="171450" indent="-171450">
              <a:buFont typeface="Arial" panose="020B0604020202020204" pitchFamily="34" charset="0"/>
              <a:buChar char="•"/>
            </a:pPr>
            <a:r>
              <a:rPr lang="en-US" dirty="0"/>
              <a:t>Look at this cat – </a:t>
            </a:r>
            <a:r>
              <a:rPr lang="en-US" b="1" dirty="0"/>
              <a:t>does anyone know Monty Python</a:t>
            </a:r>
            <a:r>
              <a:rPr lang="en-US" b="0" dirty="0"/>
              <a:t>? That’s actually Python’s namesake.</a:t>
            </a:r>
          </a:p>
          <a:p>
            <a:pPr marL="171450" indent="-171450">
              <a:buFont typeface="Arial" panose="020B0604020202020204" pitchFamily="34" charset="0"/>
              <a:buChar char="•"/>
            </a:pPr>
            <a:r>
              <a:rPr lang="en-US" b="0" dirty="0"/>
              <a:t>The philosophy of Python has some key points. In comparison to other programming languages – these are some of the guiding principles.</a:t>
            </a:r>
          </a:p>
          <a:p>
            <a:pPr marL="171450" indent="-171450">
              <a:buFont typeface="Arial" panose="020B0604020202020204" pitchFamily="34" charset="0"/>
              <a:buChar char="•"/>
            </a:pPr>
            <a:r>
              <a:rPr lang="en-US" b="0" dirty="0"/>
              <a:t>Also, it was released in 1991 by this guy named Guido van Rossum. His glasses are cool as heck.</a:t>
            </a:r>
            <a:endParaRPr lang="en-US" dirty="0"/>
          </a:p>
        </p:txBody>
      </p:sp>
      <p:sp>
        <p:nvSpPr>
          <p:cNvPr id="4" name="Slide Number Placeholder 3"/>
          <p:cNvSpPr>
            <a:spLocks noGrp="1"/>
          </p:cNvSpPr>
          <p:nvPr>
            <p:ph type="sldNum" sz="quarter" idx="5"/>
          </p:nvPr>
        </p:nvSpPr>
        <p:spPr/>
        <p:txBody>
          <a:bodyPr/>
          <a:lstStyle/>
          <a:p>
            <a:fld id="{DEC8F7F9-57EC-49CF-9FCD-2B781E4B449F}" type="slidenum">
              <a:rPr lang="en-US" smtClean="0"/>
              <a:t>38</a:t>
            </a:fld>
            <a:endParaRPr lang="en-US"/>
          </a:p>
        </p:txBody>
      </p:sp>
    </p:spTree>
    <p:extLst>
      <p:ext uri="{BB962C8B-B14F-4D97-AF65-F5344CB8AC3E}">
        <p14:creationId xmlns:p14="http://schemas.microsoft.com/office/powerpoint/2010/main" val="36520493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418C3-EDDF-5CF9-CE67-5B5D0C61DF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F6E4EC-5ED5-80EF-C98F-A046249459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4A3EED-A9C2-5298-F745-B831D2DDAFD1}"/>
              </a:ext>
            </a:extLst>
          </p:cNvPr>
          <p:cNvSpPr>
            <a:spLocks noGrp="1"/>
          </p:cNvSpPr>
          <p:nvPr>
            <p:ph type="body" idx="1"/>
          </p:nvPr>
        </p:nvSpPr>
        <p:spPr/>
        <p:txBody>
          <a:bodyPr/>
          <a:lstStyle/>
          <a:p>
            <a:r>
              <a:rPr lang="en-US" dirty="0"/>
              <a:t>Python has a ton of uses. A few of them:</a:t>
            </a:r>
          </a:p>
          <a:p>
            <a:endParaRPr lang="en-US" dirty="0"/>
          </a:p>
          <a:p>
            <a:pPr marL="171450" indent="-171450">
              <a:buFontTx/>
              <a:buChar char="-"/>
            </a:pPr>
            <a:r>
              <a:rPr lang="en-US" dirty="0"/>
              <a:t>Game Development</a:t>
            </a:r>
          </a:p>
          <a:p>
            <a:pPr marL="171450" indent="-171450">
              <a:buFontTx/>
              <a:buChar char="-"/>
            </a:pPr>
            <a:r>
              <a:rPr lang="en-US" dirty="0"/>
              <a:t>Automation</a:t>
            </a:r>
          </a:p>
          <a:p>
            <a:pPr marL="171450" indent="-171450">
              <a:buFontTx/>
              <a:buChar char="-"/>
            </a:pPr>
            <a:r>
              <a:rPr lang="en-US" dirty="0"/>
              <a:t>Web Development</a:t>
            </a:r>
          </a:p>
          <a:p>
            <a:pPr marL="171450" indent="-171450">
              <a:buFontTx/>
              <a:buChar char="-"/>
            </a:pPr>
            <a:r>
              <a:rPr lang="en-US" dirty="0"/>
              <a:t>Data Analysis</a:t>
            </a:r>
          </a:p>
          <a:p>
            <a:pPr marL="171450" indent="-171450">
              <a:buFontTx/>
              <a:buChar char="-"/>
            </a:pPr>
            <a:r>
              <a:rPr lang="en-US" dirty="0"/>
              <a:t>Web Scraping</a:t>
            </a:r>
          </a:p>
          <a:p>
            <a:pPr marL="171450" indent="-171450">
              <a:buFontTx/>
              <a:buChar char="-"/>
            </a:pPr>
            <a:r>
              <a:rPr lang="en-US" dirty="0"/>
              <a:t>Machine Learning</a:t>
            </a:r>
          </a:p>
        </p:txBody>
      </p:sp>
      <p:sp>
        <p:nvSpPr>
          <p:cNvPr id="4" name="Slide Number Placeholder 3">
            <a:extLst>
              <a:ext uri="{FF2B5EF4-FFF2-40B4-BE49-F238E27FC236}">
                <a16:creationId xmlns:a16="http://schemas.microsoft.com/office/drawing/2014/main" id="{1874F259-D23D-ACFC-8F8F-9CD93AB73DD2}"/>
              </a:ext>
            </a:extLst>
          </p:cNvPr>
          <p:cNvSpPr>
            <a:spLocks noGrp="1"/>
          </p:cNvSpPr>
          <p:nvPr>
            <p:ph type="sldNum" sz="quarter" idx="5"/>
          </p:nvPr>
        </p:nvSpPr>
        <p:spPr/>
        <p:txBody>
          <a:bodyPr/>
          <a:lstStyle/>
          <a:p>
            <a:fld id="{DEC8F7F9-57EC-49CF-9FCD-2B781E4B449F}" type="slidenum">
              <a:rPr lang="en-US" smtClean="0"/>
              <a:t>39</a:t>
            </a:fld>
            <a:endParaRPr lang="en-US"/>
          </a:p>
        </p:txBody>
      </p:sp>
    </p:spTree>
    <p:extLst>
      <p:ext uri="{BB962C8B-B14F-4D97-AF65-F5344CB8AC3E}">
        <p14:creationId xmlns:p14="http://schemas.microsoft.com/office/powerpoint/2010/main" val="15306450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This may feel like a lot of new information, a lot of new words, lots of different things – but that’s okay!</a:t>
            </a:r>
          </a:p>
          <a:p>
            <a:pPr marL="171450" indent="-171450">
              <a:buFont typeface="Arial" panose="020B0604020202020204" pitchFamily="34" charset="0"/>
              <a:buChar char="•"/>
            </a:pPr>
            <a:r>
              <a:rPr lang="en-US" dirty="0"/>
              <a:t>This </a:t>
            </a:r>
            <a:r>
              <a:rPr lang="en-US"/>
              <a:t>snake believes in you, and I do too.</a:t>
            </a:r>
          </a:p>
        </p:txBody>
      </p:sp>
      <p:sp>
        <p:nvSpPr>
          <p:cNvPr id="4" name="Slide Number Placeholder 3"/>
          <p:cNvSpPr>
            <a:spLocks noGrp="1"/>
          </p:cNvSpPr>
          <p:nvPr>
            <p:ph type="sldNum" sz="quarter" idx="5"/>
          </p:nvPr>
        </p:nvSpPr>
        <p:spPr/>
        <p:txBody>
          <a:bodyPr/>
          <a:lstStyle/>
          <a:p>
            <a:fld id="{58794465-180C-46F3-B270-18D6C421C221}" type="slidenum">
              <a:rPr lang="en-US" smtClean="0"/>
              <a:t>40</a:t>
            </a:fld>
            <a:endParaRPr lang="en-US"/>
          </a:p>
        </p:txBody>
      </p:sp>
    </p:spTree>
    <p:extLst>
      <p:ext uri="{BB962C8B-B14F-4D97-AF65-F5344CB8AC3E}">
        <p14:creationId xmlns:p14="http://schemas.microsoft.com/office/powerpoint/2010/main" val="3719067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5C927-211E-F695-F673-61BFFAAE35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D5A6CC4-2215-9B41-887F-A1D0E2C6E3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736545-AFB4-8EC4-5220-899DD571082D}"/>
              </a:ext>
            </a:extLst>
          </p:cNvPr>
          <p:cNvSpPr>
            <a:spLocks noGrp="1"/>
          </p:cNvSpPr>
          <p:nvPr>
            <p:ph type="dt" sz="half" idx="10"/>
          </p:nvPr>
        </p:nvSpPr>
        <p:spPr/>
        <p:txBody>
          <a:bodyPr/>
          <a:lstStyle/>
          <a:p>
            <a:fld id="{9ED8E289-1C12-4E95-8FE8-FF2F994E0C49}" type="datetimeFigureOut">
              <a:rPr lang="en-US" smtClean="0"/>
              <a:t>9/9/2026</a:t>
            </a:fld>
            <a:endParaRPr lang="en-US"/>
          </a:p>
        </p:txBody>
      </p:sp>
      <p:sp>
        <p:nvSpPr>
          <p:cNvPr id="5" name="Footer Placeholder 4">
            <a:extLst>
              <a:ext uri="{FF2B5EF4-FFF2-40B4-BE49-F238E27FC236}">
                <a16:creationId xmlns:a16="http://schemas.microsoft.com/office/drawing/2014/main" id="{1F7EBC74-147D-FAF1-D00B-685A300E6C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0B310A-2B56-230B-58AD-35D7ECDB2E6D}"/>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999668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7FB43-D5BE-2876-CB49-A896CDB048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864883-F145-0EF2-64DD-823AA56ABD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211C0B-FBD2-C737-6200-05D47A8DDA6A}"/>
              </a:ext>
            </a:extLst>
          </p:cNvPr>
          <p:cNvSpPr>
            <a:spLocks noGrp="1"/>
          </p:cNvSpPr>
          <p:nvPr>
            <p:ph type="dt" sz="half" idx="10"/>
          </p:nvPr>
        </p:nvSpPr>
        <p:spPr/>
        <p:txBody>
          <a:bodyPr/>
          <a:lstStyle/>
          <a:p>
            <a:fld id="{9ED8E289-1C12-4E95-8FE8-FF2F994E0C49}" type="datetimeFigureOut">
              <a:rPr lang="en-US" smtClean="0"/>
              <a:t>9/9/2026</a:t>
            </a:fld>
            <a:endParaRPr lang="en-US"/>
          </a:p>
        </p:txBody>
      </p:sp>
      <p:sp>
        <p:nvSpPr>
          <p:cNvPr id="5" name="Footer Placeholder 4">
            <a:extLst>
              <a:ext uri="{FF2B5EF4-FFF2-40B4-BE49-F238E27FC236}">
                <a16:creationId xmlns:a16="http://schemas.microsoft.com/office/drawing/2014/main" id="{80A2CFC7-47D5-C9CF-B0D8-C0245B2C9C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7F34F1-978C-60E3-2B5E-BD6735D2B72C}"/>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562731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5455F-9FD3-2103-91D6-577D70ABA8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D74CCEB-FAFD-1EC1-510C-30A9002C6C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23CBAA-20A1-B7C5-EDD7-D1AE5DCE5951}"/>
              </a:ext>
            </a:extLst>
          </p:cNvPr>
          <p:cNvSpPr>
            <a:spLocks noGrp="1"/>
          </p:cNvSpPr>
          <p:nvPr>
            <p:ph type="dt" sz="half" idx="10"/>
          </p:nvPr>
        </p:nvSpPr>
        <p:spPr/>
        <p:txBody>
          <a:bodyPr/>
          <a:lstStyle/>
          <a:p>
            <a:fld id="{9ED8E289-1C12-4E95-8FE8-FF2F994E0C49}" type="datetimeFigureOut">
              <a:rPr lang="en-US" smtClean="0"/>
              <a:t>9/9/2026</a:t>
            </a:fld>
            <a:endParaRPr lang="en-US"/>
          </a:p>
        </p:txBody>
      </p:sp>
      <p:sp>
        <p:nvSpPr>
          <p:cNvPr id="5" name="Footer Placeholder 4">
            <a:extLst>
              <a:ext uri="{FF2B5EF4-FFF2-40B4-BE49-F238E27FC236}">
                <a16:creationId xmlns:a16="http://schemas.microsoft.com/office/drawing/2014/main" id="{7E121E76-CD25-D9BE-A3A1-AA862D850C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60181B-7981-9EF2-377D-4CC1A1309811}"/>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2627046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8FF48-D170-CFFF-7A93-CBF5BD6CA9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951EFA-9CBA-E5BA-13B9-C75332D5FB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FE01C6-D842-65B0-1AAA-AA21CD285D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63EE60-08C3-E307-4E0B-80A01DB129DA}"/>
              </a:ext>
            </a:extLst>
          </p:cNvPr>
          <p:cNvSpPr>
            <a:spLocks noGrp="1"/>
          </p:cNvSpPr>
          <p:nvPr>
            <p:ph type="dt" sz="half" idx="10"/>
          </p:nvPr>
        </p:nvSpPr>
        <p:spPr/>
        <p:txBody>
          <a:bodyPr/>
          <a:lstStyle/>
          <a:p>
            <a:fld id="{9ED8E289-1C12-4E95-8FE8-FF2F994E0C49}" type="datetimeFigureOut">
              <a:rPr lang="en-US" smtClean="0"/>
              <a:t>9/9/2026</a:t>
            </a:fld>
            <a:endParaRPr lang="en-US"/>
          </a:p>
        </p:txBody>
      </p:sp>
      <p:sp>
        <p:nvSpPr>
          <p:cNvPr id="6" name="Footer Placeholder 5">
            <a:extLst>
              <a:ext uri="{FF2B5EF4-FFF2-40B4-BE49-F238E27FC236}">
                <a16:creationId xmlns:a16="http://schemas.microsoft.com/office/drawing/2014/main" id="{7E4B30D8-FE53-44EE-02CA-DC6D7E576A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260C29-3E97-C85A-5C14-4CDA384436D6}"/>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1638302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1628A-54CE-2A16-5816-AB6AEA23AE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273409-ED04-489C-1E46-E478890365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987FDF-E258-8336-E647-E00E813D57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F6BF7BC-24C6-AD02-769F-C5B7B840A8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64234B-C656-DD54-F7E9-917C82405D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395B95-3C30-A961-19D4-80775CD8EC22}"/>
              </a:ext>
            </a:extLst>
          </p:cNvPr>
          <p:cNvSpPr>
            <a:spLocks noGrp="1"/>
          </p:cNvSpPr>
          <p:nvPr>
            <p:ph type="dt" sz="half" idx="10"/>
          </p:nvPr>
        </p:nvSpPr>
        <p:spPr/>
        <p:txBody>
          <a:bodyPr/>
          <a:lstStyle/>
          <a:p>
            <a:fld id="{9ED8E289-1C12-4E95-8FE8-FF2F994E0C49}" type="datetimeFigureOut">
              <a:rPr lang="en-US" smtClean="0"/>
              <a:t>9/9/2026</a:t>
            </a:fld>
            <a:endParaRPr lang="en-US"/>
          </a:p>
        </p:txBody>
      </p:sp>
      <p:sp>
        <p:nvSpPr>
          <p:cNvPr id="8" name="Footer Placeholder 7">
            <a:extLst>
              <a:ext uri="{FF2B5EF4-FFF2-40B4-BE49-F238E27FC236}">
                <a16:creationId xmlns:a16="http://schemas.microsoft.com/office/drawing/2014/main" id="{C1E2B5A1-8DCF-7007-458C-CB500C5360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C6AF28-8D1F-B9E2-13FF-E210EF55E3ED}"/>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3421032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B455E-9164-EC54-555F-520B16E9A4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689947-2F9D-68DB-E870-0DAEFEFBF869}"/>
              </a:ext>
            </a:extLst>
          </p:cNvPr>
          <p:cNvSpPr>
            <a:spLocks noGrp="1"/>
          </p:cNvSpPr>
          <p:nvPr>
            <p:ph type="dt" sz="half" idx="10"/>
          </p:nvPr>
        </p:nvSpPr>
        <p:spPr/>
        <p:txBody>
          <a:bodyPr/>
          <a:lstStyle/>
          <a:p>
            <a:fld id="{9ED8E289-1C12-4E95-8FE8-FF2F994E0C49}" type="datetimeFigureOut">
              <a:rPr lang="en-US" smtClean="0"/>
              <a:t>9/9/2026</a:t>
            </a:fld>
            <a:endParaRPr lang="en-US"/>
          </a:p>
        </p:txBody>
      </p:sp>
      <p:sp>
        <p:nvSpPr>
          <p:cNvPr id="4" name="Footer Placeholder 3">
            <a:extLst>
              <a:ext uri="{FF2B5EF4-FFF2-40B4-BE49-F238E27FC236}">
                <a16:creationId xmlns:a16="http://schemas.microsoft.com/office/drawing/2014/main" id="{9F88291E-6D73-5F4B-43B9-C4414E15AE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4A1619-6CBE-FF0A-2D55-3E752C6D98DB}"/>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1507738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282D6D-FFA0-530A-E7B3-62425261FA94}"/>
              </a:ext>
            </a:extLst>
          </p:cNvPr>
          <p:cNvSpPr>
            <a:spLocks noGrp="1"/>
          </p:cNvSpPr>
          <p:nvPr>
            <p:ph type="dt" sz="half" idx="10"/>
          </p:nvPr>
        </p:nvSpPr>
        <p:spPr/>
        <p:txBody>
          <a:bodyPr/>
          <a:lstStyle/>
          <a:p>
            <a:fld id="{9ED8E289-1C12-4E95-8FE8-FF2F994E0C49}" type="datetimeFigureOut">
              <a:rPr lang="en-US" smtClean="0"/>
              <a:t>9/9/2026</a:t>
            </a:fld>
            <a:endParaRPr lang="en-US"/>
          </a:p>
        </p:txBody>
      </p:sp>
      <p:sp>
        <p:nvSpPr>
          <p:cNvPr id="3" name="Footer Placeholder 2">
            <a:extLst>
              <a:ext uri="{FF2B5EF4-FFF2-40B4-BE49-F238E27FC236}">
                <a16:creationId xmlns:a16="http://schemas.microsoft.com/office/drawing/2014/main" id="{FE9E5D2B-2F3B-330B-FCDC-5ABF6EC852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2EF376-B965-F514-9ECD-BFF056651854}"/>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2467654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034F7-CC2A-6ACA-05FB-01FB54B439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964C73-6F20-14AB-B7C5-A2AC0FF034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1432D5-30C0-A756-D89A-57E46E23DC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76F56D-6DC7-8967-8EFD-07C767B04D36}"/>
              </a:ext>
            </a:extLst>
          </p:cNvPr>
          <p:cNvSpPr>
            <a:spLocks noGrp="1"/>
          </p:cNvSpPr>
          <p:nvPr>
            <p:ph type="dt" sz="half" idx="10"/>
          </p:nvPr>
        </p:nvSpPr>
        <p:spPr/>
        <p:txBody>
          <a:bodyPr/>
          <a:lstStyle/>
          <a:p>
            <a:fld id="{9ED8E289-1C12-4E95-8FE8-FF2F994E0C49}" type="datetimeFigureOut">
              <a:rPr lang="en-US" smtClean="0"/>
              <a:t>9/9/2026</a:t>
            </a:fld>
            <a:endParaRPr lang="en-US"/>
          </a:p>
        </p:txBody>
      </p:sp>
      <p:sp>
        <p:nvSpPr>
          <p:cNvPr id="6" name="Footer Placeholder 5">
            <a:extLst>
              <a:ext uri="{FF2B5EF4-FFF2-40B4-BE49-F238E27FC236}">
                <a16:creationId xmlns:a16="http://schemas.microsoft.com/office/drawing/2014/main" id="{E57BFA07-7D8F-9236-F56E-36F0638553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38D785-660C-DF69-823D-48A1079080F5}"/>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1728381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1A1D1-8F6F-CEB5-E7B4-B7922EF148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5F82521-3783-05C9-FF69-936E342606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9741912-8401-4FA5-CA30-ED9FF5E9F1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4103DB-CC0E-92A2-12E1-27A57079EE15}"/>
              </a:ext>
            </a:extLst>
          </p:cNvPr>
          <p:cNvSpPr>
            <a:spLocks noGrp="1"/>
          </p:cNvSpPr>
          <p:nvPr>
            <p:ph type="dt" sz="half" idx="10"/>
          </p:nvPr>
        </p:nvSpPr>
        <p:spPr/>
        <p:txBody>
          <a:bodyPr/>
          <a:lstStyle/>
          <a:p>
            <a:fld id="{9ED8E289-1C12-4E95-8FE8-FF2F994E0C49}" type="datetimeFigureOut">
              <a:rPr lang="en-US" smtClean="0"/>
              <a:t>9/9/2026</a:t>
            </a:fld>
            <a:endParaRPr lang="en-US"/>
          </a:p>
        </p:txBody>
      </p:sp>
      <p:sp>
        <p:nvSpPr>
          <p:cNvPr id="6" name="Footer Placeholder 5">
            <a:extLst>
              <a:ext uri="{FF2B5EF4-FFF2-40B4-BE49-F238E27FC236}">
                <a16:creationId xmlns:a16="http://schemas.microsoft.com/office/drawing/2014/main" id="{299AD828-6FF5-BB22-7759-73225C7DA5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8F00AC-9ADF-5F19-B95D-A6BA08AD91DC}"/>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3260854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3A38D-63BA-E7FF-8667-F75B082B2F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D43680-EBAB-0EE3-7BF4-BB6653D9D1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4E5820-6972-A0AC-C14A-5F229F8C42FE}"/>
              </a:ext>
            </a:extLst>
          </p:cNvPr>
          <p:cNvSpPr>
            <a:spLocks noGrp="1"/>
          </p:cNvSpPr>
          <p:nvPr>
            <p:ph type="dt" sz="half" idx="10"/>
          </p:nvPr>
        </p:nvSpPr>
        <p:spPr/>
        <p:txBody>
          <a:bodyPr/>
          <a:lstStyle/>
          <a:p>
            <a:fld id="{9ED8E289-1C12-4E95-8FE8-FF2F994E0C49}" type="datetimeFigureOut">
              <a:rPr lang="en-US" smtClean="0"/>
              <a:t>9/9/2026</a:t>
            </a:fld>
            <a:endParaRPr lang="en-US"/>
          </a:p>
        </p:txBody>
      </p:sp>
      <p:sp>
        <p:nvSpPr>
          <p:cNvPr id="5" name="Footer Placeholder 4">
            <a:extLst>
              <a:ext uri="{FF2B5EF4-FFF2-40B4-BE49-F238E27FC236}">
                <a16:creationId xmlns:a16="http://schemas.microsoft.com/office/drawing/2014/main" id="{F6FC6487-A318-B784-9238-14F35573C1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1EFBA9-CB1D-CB8C-0162-ACFF99B8D1B5}"/>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3607469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337193-01A9-9DD1-22F6-8D2D8F861E5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2ABBE7-EFFB-ABF8-EA37-E393BBE365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78ADE5-0082-F7A1-BADF-FB0D41053798}"/>
              </a:ext>
            </a:extLst>
          </p:cNvPr>
          <p:cNvSpPr>
            <a:spLocks noGrp="1"/>
          </p:cNvSpPr>
          <p:nvPr>
            <p:ph type="dt" sz="half" idx="10"/>
          </p:nvPr>
        </p:nvSpPr>
        <p:spPr/>
        <p:txBody>
          <a:bodyPr/>
          <a:lstStyle/>
          <a:p>
            <a:fld id="{9ED8E289-1C12-4E95-8FE8-FF2F994E0C49}" type="datetimeFigureOut">
              <a:rPr lang="en-US" smtClean="0"/>
              <a:t>9/9/2026</a:t>
            </a:fld>
            <a:endParaRPr lang="en-US"/>
          </a:p>
        </p:txBody>
      </p:sp>
      <p:sp>
        <p:nvSpPr>
          <p:cNvPr id="5" name="Footer Placeholder 4">
            <a:extLst>
              <a:ext uri="{FF2B5EF4-FFF2-40B4-BE49-F238E27FC236}">
                <a16:creationId xmlns:a16="http://schemas.microsoft.com/office/drawing/2014/main" id="{9F899414-250D-AC76-D69A-3E52287D19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B9A15F-38AE-7E95-01EF-6D80671F4608}"/>
              </a:ext>
            </a:extLst>
          </p:cNvPr>
          <p:cNvSpPr>
            <a:spLocks noGrp="1"/>
          </p:cNvSpPr>
          <p:nvPr>
            <p:ph type="sldNum" sz="quarter" idx="12"/>
          </p:nvPr>
        </p:nvSpPr>
        <p:spPr/>
        <p:txBody>
          <a:bodyPr/>
          <a:lstStyle/>
          <a:p>
            <a:fld id="{68CE0F47-5AD8-443A-9517-598CBA1B00EF}" type="slidenum">
              <a:rPr lang="en-US" smtClean="0"/>
              <a:t>‹#›</a:t>
            </a:fld>
            <a:endParaRPr lang="en-US"/>
          </a:p>
        </p:txBody>
      </p:sp>
    </p:spTree>
    <p:extLst>
      <p:ext uri="{BB962C8B-B14F-4D97-AF65-F5344CB8AC3E}">
        <p14:creationId xmlns:p14="http://schemas.microsoft.com/office/powerpoint/2010/main" val="4204419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3AEF04-3AB4-3421-1A61-3CF24AE271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54BC58-B28F-5B8B-ACC5-5497816405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5A5F59-6F18-754B-3E4C-49450C96E4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D8E289-1C12-4E95-8FE8-FF2F994E0C49}" type="datetimeFigureOut">
              <a:rPr lang="en-US" smtClean="0"/>
              <a:t>9/9/2026</a:t>
            </a:fld>
            <a:endParaRPr lang="en-US"/>
          </a:p>
        </p:txBody>
      </p:sp>
      <p:sp>
        <p:nvSpPr>
          <p:cNvPr id="5" name="Footer Placeholder 4">
            <a:extLst>
              <a:ext uri="{FF2B5EF4-FFF2-40B4-BE49-F238E27FC236}">
                <a16:creationId xmlns:a16="http://schemas.microsoft.com/office/drawing/2014/main" id="{CAEF3949-E145-6D04-70EA-661F4BD123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44F663-AB0E-24A4-5EBD-8B92ACCECA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CE0F47-5AD8-443A-9517-598CBA1B00EF}" type="slidenum">
              <a:rPr lang="en-US" smtClean="0"/>
              <a:t>‹#›</a:t>
            </a:fld>
            <a:endParaRPr lang="en-US"/>
          </a:p>
        </p:txBody>
      </p:sp>
    </p:spTree>
    <p:extLst>
      <p:ext uri="{BB962C8B-B14F-4D97-AF65-F5344CB8AC3E}">
        <p14:creationId xmlns:p14="http://schemas.microsoft.com/office/powerpoint/2010/main" val="36980342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gif"/><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png"/><Relationship Id="rId7"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png"/><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66F09B0-0F1B-6781-D069-5CFFF7E0553D}"/>
              </a:ext>
            </a:extLst>
          </p:cNvPr>
          <p:cNvSpPr>
            <a:spLocks noGrp="1"/>
          </p:cNvSpPr>
          <p:nvPr>
            <p:ph type="subTitle" idx="1"/>
          </p:nvPr>
        </p:nvSpPr>
        <p:spPr>
          <a:xfrm>
            <a:off x="5573532" y="2486760"/>
            <a:ext cx="6321287" cy="1655762"/>
          </a:xfrm>
        </p:spPr>
        <p:txBody>
          <a:bodyPr/>
          <a:lstStyle/>
          <a:p>
            <a:r>
              <a:rPr lang="en-US" dirty="0">
                <a:solidFill>
                  <a:schemeClr val="tx2"/>
                </a:solidFill>
              </a:rPr>
              <a:t>Hy-Tech Club</a:t>
            </a:r>
          </a:p>
        </p:txBody>
      </p:sp>
      <p:sp>
        <p:nvSpPr>
          <p:cNvPr id="5" name="TextBox 4">
            <a:extLst>
              <a:ext uri="{FF2B5EF4-FFF2-40B4-BE49-F238E27FC236}">
                <a16:creationId xmlns:a16="http://schemas.microsoft.com/office/drawing/2014/main" id="{95ED940D-4F78-01CF-752B-E9085274FFC7}"/>
              </a:ext>
            </a:extLst>
          </p:cNvPr>
          <p:cNvSpPr txBox="1"/>
          <p:nvPr/>
        </p:nvSpPr>
        <p:spPr>
          <a:xfrm>
            <a:off x="834886" y="-523756"/>
            <a:ext cx="6537464" cy="8556188"/>
          </a:xfrm>
          <a:prstGeom prst="rect">
            <a:avLst/>
          </a:prstGeom>
          <a:noFill/>
        </p:spPr>
        <p:txBody>
          <a:bodyPr wrap="square">
            <a:spAutoFit/>
          </a:bodyPr>
          <a:lstStyle/>
          <a:p>
            <a:r>
              <a:rPr lang="en-US" sz="1000" b="0" i="0" dirty="0">
                <a:effectLst/>
                <a:latin typeface="Roboto" panose="02000000000000000000" pitchFamily="2" charset="0"/>
              </a:rPr>
              <a:t>⠀⠀⠀⠀⠀⠀⠀⠀⠀⠀⠀⠀⠀⠀⠀⠀⠀⠀⠀⠀⠀⠀⠀⠀⠀⠀⠀⠀⠀⠀⣠⣤⠶⢖⣚⣋⣭⣿⠍⠉⠙⠲⠶⣤⡀⠀⠀⠀⠀⠀⠀⠀⠀⠀⠀⠀⠀⠀⠀⠀⠀⠀⠀⠀⠀ ⠀⠀⠀⠀⠀⠀⠀⠀⠀⠀⠀⠀⠀⠀⠀⠀⠀⠀⠀⠀⠀⠀⠀⠀⠀⠀⢀⣰⠾⠋⠁⢀⡾⢋⡼⠛⠁⠀⣀⡤⠤⠤⢤⣀⠙⢷⡀⠀⠀⠀⠀⠀⠀⠀⠀⠀⠀⠀⠀⠀⠀⠀⠀⠀⠀ ⠀⠀⠀⠀⠀⠀⠀⠀⠀⠀⠀⠀⠀⠀⠀⠀⠀⠀⠀⠀⠀⠀⠀⠀⣠⢖⣿⣵⠀⠀⢀⣾⠞⠋⠀⢀⡴⠋⢁⣠⣤⠤⠤⣬⣷⡄⢿⡄⠀⠀⠀⠀⠀⠀⠀⠀⠀⠀⠀⠀⠀⠀⠀⠀⠀ ⠀⠀⠀⠀⠀⠀⠀⠀⠀⠀⠀⠀⠀⠀⠀⠀⠀⠀⠀⠀⠀⠀⣴⠞⣿⠋⢰⡇⠀⠀⠈⠉⠀⠀⢰⣿⠖⠋⠉⠁⠀⠀⠀⠀⠉⠳⠬⣷⠀⠀⠀⠀⠀⠀⠀⠀⠀⠀⠀⠀⠀⠀⠀⠀⠀ ⠀⠀⠀⠀⠀⠀⠀⠀⠀⠀⠀⠀⠀⠀⠀⠀⠀⠀⠀⠀⢠⢾⣡⡆⠘⢧⡸⡇⠀⠀⠀⠀⠀⠀⠉⠀⠀⠀⣀⣀⡤⢤⣀⠀⠀⠀⠀⢸⡆⠀⠀⠀⠀⠀⠀⠀⠀⠀⠀⠀⠀⠀⠀⠀⠀ ⠀⠀⠀⠀⠀⠀⠀⠀⠀⠀⠀⠀⠀⠀⠀⠀⠀⠀⠀⣴⣯⡾⣿⡇⠀⠀⠙⠿⠄⠀⠀⠀⠀⢲⡄⢀⡴⠚⠉⠀⠀⠀⠈⠓⢤⠀⠀⢸⡇⠀⠀⠀⠀⠀⠀⠀⠀⠀⠀⠀⠀⠀⠀⠀⠀ ⠀⠀⠀⠀⠀⠀⠀⠀⠀⠀⠀⠀⠀⠀⠀⠀⠀⢠⣾⣷⠋⠀⠹⣷⡄⠀⠀⠀⢀⣴⢖⣛⣿⣿⣷⠈⠉⠉⠉⠉⠉⠉⠙⠒⠻⠧⠀⢸⡇⠀⠀⠀⠀⠀⠀⠀⠀⠀⠀⠀⠀⠀⠀⠀⠀ ⠀⠀⠀⠀⠀⠀⠀⠀⠀⠀⠀⠀⠀⠀⠀⠀⢀⣾⡃⠙⠳⢦⣄⣹⣿⣄⠀⢐⣯⡟⠋⠀⢀⡿⠃⠀⢀⣀⣀⣀⠀⠀⠀⠀⠀⠀⠀⣸⠁⠀⠀⠀⠀⠀⠀⠀⠀⠀⠀⠀⠀⠀⠀⠀⠀ ⠀⠀⠀⠀⠀⠀⠀⠀⠀⠀⠀⠀⠀⠀⠀⠀⡿⣻⢿⡀⠀⠀⠈⠉⠉⠁⡴⠋⠀⠙⢒⣴⢛⡤⠖⠛⠉⠉⠉⠉⠛⠲⣤⠀⠀⠀⢠⡇⠀⠀⠀⠀⠀⠀⠀⠀⠀⠀⠀⠀⠀⠀⠀⠀⠀ ⠀⠀⠀⠀⠀⠀⠀⠀⠀⠀⠀⠀⠀⠀⠀⣼⢣⡏⠈⢷⣄⠀⠀⠀⢠⣾⡁⠀⢀⣴⠟⠷⠟⠓⠒⠲⢦⣤⠶⠶⠒⠒⠾⠇⠀⠀⣾⠁⠀⠀⠀⠀⠀⠀⠀⠀⠀⠀⠀⠀⠀⠀⠀⠀⠀ ⠀⠀⠀⠀⠀⠀⠀⠀⠀⠀⠀⠀⠀⠀⠀⣿⢸⣇⣀⣀⣘⣷⠄⢀⡞⠀⠉⣻⣿⡀⠀⠀⠀⠀⠀⠀⠀⠀⠀⠀⠀⣀⣀⠀⢀⣼⠁⠀⠀⠀⠀⠀⠀⠀⠀⠀⠀⠀⠀⠀⠀⠀⠀⠀⠀ ⠀⠀⠀⠀⠀⠀⠀⠀⠀⠀⠀⠀⠀⠀⢀⡇⣄⡀⠀⠀⠀⠀⠀⣸⠁⣰⡟⠋⠛⠛⢿⣟⠛⠛⠻⠟⠛⠛⢛⣷⠟⠛⠙⢻⣾⠃⠀⠀⠀⠀⠀⠀⠀⠀⠀⠀⠀⠀⠀⠀⠀⠀⠀⠀⠀ ⠀⠀⠀⠀⠀⠀⠀⠀⠀⠀⠀⠀⠀⠀⢸⡗⡏⠙⢷⣀⠀⠀⠀⡇⠀⣿⣄⣇⢀⡔⠀⢻⠒⠲⠆⠀⠐⠲⣾⠉⠲⣄⢀⣧⣿⡄⠀⠀⠀⠀⠀⠀⠀⠀⠀⠀⠀⠀⠀⠀⠀⠀⠀⠀⠀ ⠀⠀⠀⠀⠀⠀⠀⠀⠀⠀⠀⠀⠀⠀⢸⡇⣷⣀⣠⠬⠟⠁⢠⣧⡾⠛⠻⣿⠙⣦⡤⠜⠳⣄⠀⠀⢠⡴⠯⢤⣴⠟⢻⡟⠚⢿⣄⠀⠀⠀⠀⠀⠀⠀⠀⠀⠀⠀⠀⠀⠀⠀⠀⠀⠀ ⠀⠀⠀⠀⠀⠀⠀⠀⠀⠀⠀⠀⠀⠀⠀⣧⠈⠉⠁⠀⠀⠀⢨⣿⣟⢀⣼⣿⢶⣿⣧⣤⣤⡏⠀⠀⠸⣷⣤⣀⣿⣶⣿⢿⡀⢹⣿⡇⠀⠀⠀⠀⠀⠀⠀⠀⠀⠀⠀⠀⠀⠀⠀⠀⠀ ⠀⠀⠀⠀⠀⠀⠀⠀⠀⠀⠀⠀⠀⠀⠀⣿⢺⡟⠶⢤⣄⡀⢸⡿⢰⢘⠀⠞⠛⠿⣿⣿⠅⣭⠶⠴⣬⡩⣿⣿⡿⠛⠛⠆⠙⣾⢸⡟⠀⠀⠀⠀⠀⠀⠀⠀⠀⠀⠀⠀⠀⠀⠀⠀⠀ ⠀⠀⠀⠀⠀⠀⠀⠀⠀⠀⠀⠀⠀⠀⠀⢹⡟⢷⣤⠞⠋⠀⠘⢿⣼⣜⣇⠀⠀⠤⠿⠛⠋⠙⠃⠐⠛⠙⠛⠻⠧⠄⠀⢸⣏⣿⣾⠇⠀⠀⠀⠀⠀⠀⠀⠀⠀⠀⠀⠀⠀⠀⠀⠀⠀ ⠀⠀⠀⠀⠀⠀⠀⠀⠀⠀⠀⠀⠀⠀⠀⠈⣿⡌⠁⠀⠀⠀⠀⠀⠉⢿⣟⠦⣤⣀⣀⣀⠀⣂⣰⣶⣒⡀⢀⣀⣀⣠⣴⣻⡿⠋⠁⠀⠀⠀⠀⠀⠀⠀⠀⠀⠀⠀⠀⠀⠀⠀⠀⠀⠀ ⠀⠀⠀⠀⠀⠀⠀⠀⠀⠀⠀⠀⠀⠀⠀⠀⠙⣿⣶⡶⠶⠶⠿⣿⠏⠀⢻⣷⣶⡵⠿⣿⣭⣿⣿⣿⣮⣽⣿⠶⢾⣷⣾⡿⠁⠀⠀⠀⠀⠀⠀⠀⠀⠀⠀⠀⠀⠀⠀⠀⠀⠀⠀⠀⠀ ⠀⠀⠀⠀⠀⠀⠀⠀⠀⠀⠀⠀⠀⠀⠀⠀⠀⠸⣧⢷⡀⠀⡴⠋⠀⠀⠀⢿⣇⢿⡀⣿⣿⣿⡟⠻⣿⣿⣿⡇⣸⢳⣿⠁⠀⠀⠀⠀⠀⠀⠀⠀⠀⠀⠀⠀⠀⠀⠀⠀⠀⠀⠀⠀⠀ ⠀⠀⠀⠀⠀⠀⠀⠀⠀⠀⠀⠀⠀⠀⠀⠀⠀⠀⠙⣿⡻⠟⠁⠀⠀⠀⠀⠘⣿⡌⢷⣿⣿⣿⡟⣿⣿⣿⣿⣷⢇⣾⠃⠀⠀⠀⠀⠀⠀⠀⠀⠀⠀⠀⠀⠀⠀⠀⠀⠀⠀⠀⠀⠀⠀ ⠀⠀⠀⠀⠀⠀⠀⠀⠀⠀⠀⠀⠀⠀⠀⠀⠀⠀⠀⠘⢿⣶⣿⠞⠛⠛⣻⠏⠈⣿⣼⣿⣿⣿⡗⢿⣿⣿⣿⣃⣸⡟⠿⣄⡀⠀⠀⠀⠀⠀⠀⠀⠀⠀⠀⠀⠀⠀⠀⠀⠀⠀⠀⠀⠀ ⠀⠀⠀⠀⠀⠀⠀⠀⠀⠀⠀⠀⠀⠀⠀⠀⠀⠀⠀⠀⠈⠻⣮⠳⣤⡴⠃⠀⠀⢹⣟⠛⠛⠛⢳⡈⣿⣻⡟⣹⡟⠀⠀⠈⠙⢦⡀⠀⠀⠀⠀⠀⠀⠀⠀⠀⠀⠀⠀⠀⠀⠀⠀⠀⠀ ⠀⠀⠀⠀⠀⠀⠀⠀⠀⠀⠀⠀⠀⠀⠀⠀⠀⠀⠀⠀⠀⠀⠈⢳⣌⢳⣖⠒⢚⣿⠛⠓⠶⠒⠺⣗⣸⡿⠟⠋⠁⠀⠀⠀⠀⠀⠻⣦⡀⠀⠀⠀⠀⠀⠀⠀⠀⠀⠀⠀⠀⠀⠀⠀⠀ ⠀⠀⠀⠀⠀⠀⠀⠀⠀⠀⠀⠀⠀⠀⠀⠀⠀⠀⠀⠀⠀⠀⠀⠀⠙⢷⣌⢻⠟⠘⣷⣤⣀⠀⣰⢯⣟⣴⣿⠟⠁⠀⣠⡴⠚⠋⠀⠀⠹⣦⡀⠀⠀⠀⠀⠀⠀⠀⠀⠀⠀⠀⠀⠀⠀ ⠀⠀⠀⠀⠀⠀⠀⠀⠀⠀⠀⠀⠀⠀⠀⠀⠀⠀⠀⠀⠀⠀⠀⠀⠀⠀⠙⢳⣤⠀⠈⠛⠪⣟⢧⣼⢫⣿⡅⢀⡤⠞⠁⠀⠀⠀⠀⠀⠀⠈⠻⣦⡀⠀⠀⠀⠀⠀⠀⠀⠀⠀⠀⠀⠀ ⠀⠀⠀⣀⡀⠀⠀⠀⠀⠀⠀⠀⠀⠀⠀⠀⠀⠀⠀⠀⠀⠀⠀⠀⠀⠀⠀⠀⠉⠳⣤⡀⠀⠹⡆⠀⡿⠁⠻⡍⠀⠀⠀⠀⠀⠀⢀⡴⠖⠀⠀⠈⠻⣆⠀⠀⠀⠀⠀⠀⠀⠀⠀⠀⠀ ⠀⠀⡿⠟⠻⣤⣤⡀⠀⠀⠀⠀⠀⠀⠀⠀⠀⠀⠀⠀⠀⠀⠀⠀⠀⠀⠀⠀⠀⠀⠈⠛⢦⡀⠛⠛⠁⠀⠀⠙⣦⡀⠀⢀⡤⠚⠉⠀⠀⠀⠀⠀⠀⠈⢷⡄⠀⠀⠀⠀⠀⠀⠀⠀⠀ ⠀⣴⡇⠓⢦⡍⠉⢻⣶⣄⠀⠀⠀⠀⠀⠀⠀⠀⠀⠀⠀⠀⠀⠀⠀⠀⠀⠀⠀⠀⠀⠀⠀⠙⠳⣤⠀⣶⣦⣤⣬⡿⣶⠋⠁⠀⠀⠀⠀⠀⠀⠀⠀⠀⠀⠙⣦⡀⠀⠀⠀⠀⠀⠀⠀ ⠀⠻⣿⣶⡗⠉⣠⣾⡁⠘⢿⢷⣄⠀⠀⠀⠀⠀⠀⠀⠀⠀⠀⠀⠀⠀⠀⠀⠀⠀⠀⠀⠀⠀⠀⠈⠻⢮⣳⣤⣼⠀⠘⢷⡀⠀⠀⠀⠀⢀⡠⠖⠋⠀⠀⠀⠈⠻⣆⠀⠀⠀⠀⠀⠀ ⠀⠀⠀⠻⣿⣶⡇⠈⡳⣾⡃⠀⢹⣷⣤⠀⠀⠀⠀⠀⠀⠀⠀⠀⠀⠀⠀⠀⠀⠀⠀⠀⠀⠀⠀⠀⠀⠀⠙⢶⣄⠀⠀⠀⠹⣦⠀⣠⠴⠋⠀⠀⠀⠀⠀⠀⠀⠀⠹⣧⠀⠀⠀⠀⠀ ⠀⠀⠀⠀⠈⢿⣧⣠⠏⠈⠙⣦⡈⢀⡸⠟⢶⣄⠀⠀⠀⠀⠀⠀⠀⠀⠀⠀⠀⠀⠀⠀⠀⠀⠀⠀⠀⠀⠀⠀⠙⢷⡲⣖⣶⠊⢻⣅⠀⠀⠀⠀⠀⠀⠀⠀⢀⡄⠀⠈⢷⡄⠀⠀⠀ ⠀⠀⠀⠀⠀⠀⠉⢻⣷⣤⡞⠈⠻⢮⡀⠀⠤⠿⢷⣄⠀⠀⠀⠀⠀⠀⠀⠀⠀⠀⠀⠀⠀⠀⠀⠀⠀⠀⠀⠀⠀⠀⠻⣄⣀⣀⣀⣙⢧⡀⠀⠀⠀⣀⡴⠞⠉⠀⠀⠀⠈⢷⡄⠀⠀ ⠀⠀⠀⠀⠀⠀⠀⠀⠛⢿⣷⣤⡞⠀⢘⠶⣤⣠⡤⠿⣤⡀⠀⠀⠀⠀⠀⠀⠀⠀⠀⠀⠀⠀⠀⠀⠀⠀⠀⠀⠀⠀⠀⠙⢷⣽⠾⠋⠈⠻⣦⠶⠛⠉⠀⠀⠀⠀⠀⠀⠀⠈⢿⡀⠀ ⠀⠀⠀⠀⠀⠀⠀⠀⠀⠀⠙⠻⣷⣤⣿⠀⡿⠁⠀⠀⠀⠙⢷⡄⠀⠀⠀⠀⠀⠀⠀⠀⠀⠀⠀⠀⠀⠀⠀⠀⠀⠀⠀⠀⠀⠙⣷⣠⣤⣤⣘⣧⡀⠀⠀⠀⠀⠀⠀⠀⠀⠀⠈⣷⠀ ⠀⠀⠀⠀⠀⠀⠀⠀⠀⠀⠀⠀⠉⠻⣿⣿⣇⠀⠀⣠⣄⠀⠀⠹⣆⠀⠀⠀⠀⠀⠀⠀⠀⠀⠀⠀⠀⠀⠀⠀⠀⠀⠀⠀⠀⠀⠈⢻⣹⠴⠃⠈⢿⣄⠀⠀⣀⣀⠠⠀⠀⠀⠀⢹⡇ ⠀⠀⠀⠀⠀⠀⠀⠀⠀⠀⠀⠀⠀⠀⠀⠉⠙⢷⡀⠙⢻⣆⠀⠀⢹⣆⠀⠀⠀⠀⠀⠀⠀⠀⠀⠀⠀⠀⠀⠀⠀⠀⠀⠀⠀⠀⠀⠈⢻⣆⣀⠀⠀⠹⡖⠚⠋⠀⠀⠀⠀⠀⠀⠀⣇ ⠀⠀⠀⠀⠀⠀⠀⠀⠀⠀⠀⠀⠀⠀⠀⠀⠀⠘⣷⠀⣠⡾⡆⠀⠈⣿⠀⠀⠀⠀⠀⠀⠀⠀⠀⠀⠀⠀⠀⠀⠀⠀⠀⠀⠀⠀⠀⠀⠘⢿⣿⡷⣶⠶⠹⣦⠀⠀⠀⠀⠀⠀⠀⠀⢹ ⠀⠀⠀⠀⠀⠀⠀⠀⠀⠀⠀⠀⠀⠀⠀⣀⣀⣤⣿⠘⠛⠛⠟⠀⠀⢻⡷⢶⡶⠤⠤⣤⣄⣀⣀⣀⣀⡀⠀⠀⠀⠀⠀⠀⠀⠀⠀⠀⠀⠸⣟⠋⠉⠀⠀⠹⣆⠀⠀⠀⠀⡀⠀⠀⢸ ⠀⠀⠀⠀⠀⠀⠀⠀⠀⢀⣠⣤⡶⢾⣿⣛⡉⢉⣿⠀⢀⣤⠾⡇⠀⠘⡇⠘⢿⠓⢶⡤⠀⠉⢩⣭⣽⣿⣛⠓⠶⢦⣤⣤⣤⣀⠀⠀⠀⠀⣿⠀⠀⠀⠀⠀⠹⡦⠐⠒⠉⠀⠀⠀⢸ ⠀⠀⠀⠀⠀⢀⣠⡴⠾⢛⣍⣀⣀⠈⠻⣏⡿⢸⡇⠠⠿⠶⢦⡇⠀⠀⣿⡀⠈⠷⠟⠀⠀⠀⠀⠹⣄⢀⡽⠿⠃⠀⢰⡶⠬⢭⣹⡻⠶⣼⡏⣾⡄⠀⠀⠀⠀⢿⡄⠀⠀⠀⠀⠀⢸ ⠀⠀⠀⣀⣴⠟⢫⣴⣾⠯⢭⣍⣻⡄⠀⠘⠃⢸⡇⠀⠀⠀⢀⣤⣤⡀⠘⣧⡀⠀⠀⠀⠀⠀⠀⠀⢿⠏⠀⠀⠀⠀⠀⣧⣤⣤⠾⠁⢠⣿⣾⠁⠻⣤⡀⠀⠀⠸⡇⠀⠀⢀⡀⠀⢸ ⠀⢀⣾⠟⠁⠀⠈⠀⠀⠀⠀⠈⠹⠇⠀⠀⠀⠈⣿⠀⠀⢰⣿⠷⣬⣷⠀⠘⢷⣀⠀⠀⠀⠀⠀⠀⠀⠀⠀⠀⠀⠀⠀⠉⠁⠀⢀⣴⠟⠈⠙⠲⠶⣮⣿⡦⠀⠀⣇⠀⠉⠁⠀⠀⣾ ⢠⡿⠁⠀⠀⠀⠀⠀⣠⡤⣤⣘⣧⠀⠀⠀⢀⣀⣸⣆⠀⠀⠀⠀⠀⢼⣇⠀⠀⠙⢿⣛⠛⠻⠶⠶⠤⣤⣀⣀⠀⠀⠀⢀⣠⠾⢋⣡⢴⡄⠀⠀⠀⠀⠀⠀⠀⠀⢹⠀⠀⠀⠀⢠⡇ ⣾⠃⠀⠀⠀⠀⢀⣼⠃⣠⡤⠿⠛⢷⣴⣿⣋⣉⣤⡽⣧⣀⠀⢠⣴⣿⣿⣿⡦⠀⠀⠉⠛⢦⣤⣄⣀⣀⣠⣭⡿⠗⠚⠋⠡⣾⠋⠁⢸⣇⠀⠀⠀⠀⠀⠀⠀⠀⣼⠀⠀⠀⠀⣿⠃ ⣿⠀⠀⠀⠀⠀⢸⣷⠞⠉⠀⠀⣤⠾⠛⠻⣿⠉⠉⠉⢉⣿⣛⣒⣒⠒⠒⠒⢲⡒⠒⢒⡒⡒⠛⠉⢉⣉⣡⣤⠶⢷⡄⠀⠀⠹⣆⠀⠀⠹⣆⠀⠀⠀⠀⠀⠀⢰⣧⣤⡤⢄⣼⠃⠀ ⢸⣆⠀⠀⠀⠀⠙⠀⠀⠀⠀⠀⡇⠀⢀⡾⠃⠀⠀⢀⡾⠉⠉⣹⠟⠀⠀⠀⣼⠋⠉⠉⣹⡇⠀⠀⢸⡏⠀⠀⠀⢸⡇⠀⠀⠀⠉⠳⢤⣀⣙⣦⡀⠀⠀⠀⢀⡿⠁⠀⢀⣼⠋⠀⠀ ⠀⠙⣆⠀⠀⠀⠀⠀⠀⠀⠀⠀⡇⢠⡟⠀⠀⠀⠀⢸⡇⠀⣴⡏⠀⠀⠀⠀⢿⠀⠀⢰⠟⠀⠀⠀⠀⢷⠀⠀⠀⣸⠃⠀⠀⠀⠀⠀⠀⠀⠉⠛⠋⠀⠀⢀⡾⠁⠀⣠⣿⠃⠀⠀⠀ ⠀⠀⠈⢷⡀⠀⠀⠀⠀⠀⠀⠀⣷⡟⠀⠀⠀⠀⠀⢸⡇⣰⡏⠀⠀⠀⠀⠀⢸⡀⠀⣿⠀⠀⠀⠀⠀⠈⢷⡀⠀⡏⠀⠀⠀⠀⠀⠀⠀⠀⠀⠀⠀⠀⣰⠞⠒⣶⣾⠟⠁⠀⠀⠀⠀ ⠀⠀⠀⠀⠙⠦⣄⠀⠀⠀⠀⠀⠛⠁⠀⠀⠀⠀⠀⠀⠻⠿⠀⠀⠀⠀⠀⠀⠀⢷⣼⡏⠀⠀⠀⠀⠀⠀⠀⠻⣦⡇⠀⠀⠀⠀⠀⠀⠀⠀⠀⠀⣠⠾⣃⣠⡾⠟⠁⠀⠀⠀⠀⠀⠀ ⠀⠀⠀⠀⠀⠀⠈⠛⠦⣤⡀⠀⠀⠀⠀⠀⠀⠀⠀⠀⠀⠀⠀⠀⠀⠀⠀⠀⠀⠈⠿⠃⠀⠀⠀⠀⠀⠀⠀⠀⠈⠁⠀⠀⠀⠀⠀⠀⠀⣀⣴⣺⣥⠿⠟⠋⠀⠀⠀⠀⠀⠀⠀⠀⠀ ⠀⠀⠀⠀⠀⠀⠀⠀⠀⠀⠉⠛⠶⢦⣤⣀⣀⠀⠀⠀⠀⠀⠀⠀⠀⠀⠀⠀⠀⠀⠀⠀⠀⠀⠀⠀⠀⠀⠀⠀⠀⠀⠀⠀⠀⢀⣠⣴⣾⠿⠛⠉⠀⠀⠀⠀⠀⠀⠀⠀⠀⠀⠀⠀⠀ ⠀⠀⠀⠀⠀⠀⠀⠀⠀⠀⠀⠀⠀⠀⠀⠀⠉⠙⠛⠛⠷⠶⠶⠶⠤⠤⢤⣤⣤⣤⣤⣤⣤⣤⡤⠤⠴⠶⠶⠶⠶⠿⠟⡛⢛⠉⠉⢀⡀⠀⠀⠀⠀⠀⠀⠀⠀⠀⠀⠀⠀⠀⠀⠀⠀</a:t>
            </a:r>
            <a:endParaRPr lang="en-US" sz="1000" dirty="0"/>
          </a:p>
        </p:txBody>
      </p:sp>
      <p:sp>
        <p:nvSpPr>
          <p:cNvPr id="8" name="TextBox 7">
            <a:extLst>
              <a:ext uri="{FF2B5EF4-FFF2-40B4-BE49-F238E27FC236}">
                <a16:creationId xmlns:a16="http://schemas.microsoft.com/office/drawing/2014/main" id="{D03DC82D-68A4-82AF-1ACF-2B41F3F2B822}"/>
              </a:ext>
            </a:extLst>
          </p:cNvPr>
          <p:cNvSpPr txBox="1"/>
          <p:nvPr/>
        </p:nvSpPr>
        <p:spPr>
          <a:xfrm>
            <a:off x="7947908" y="1371937"/>
            <a:ext cx="6115050" cy="1015663"/>
          </a:xfrm>
          <a:prstGeom prst="rect">
            <a:avLst/>
          </a:prstGeom>
          <a:noFill/>
        </p:spPr>
        <p:txBody>
          <a:bodyPr wrap="square">
            <a:spAutoFit/>
          </a:bodyPr>
          <a:lstStyle/>
          <a:p>
            <a:r>
              <a:rPr kumimoji="0" lang="en-US" sz="6000" b="1" i="0" u="none" strike="noStrike" kern="1200" cap="none" spc="0" normalizeH="0" baseline="0" noProof="0" dirty="0">
                <a:ln>
                  <a:noFill/>
                </a:ln>
                <a:solidFill>
                  <a:srgbClr val="77FF77"/>
                </a:solidFill>
                <a:effectLst/>
                <a:uLnTx/>
                <a:uFillTx/>
                <a:latin typeface="Space Mono"/>
                <a:ea typeface="+mj-ea"/>
                <a:cs typeface="+mj-cs"/>
              </a:rPr>
              <a:t>, Python</a:t>
            </a:r>
            <a:endParaRPr lang="en-US" dirty="0"/>
          </a:p>
        </p:txBody>
      </p:sp>
      <p:sp>
        <p:nvSpPr>
          <p:cNvPr id="11" name="Title 1">
            <a:extLst>
              <a:ext uri="{FF2B5EF4-FFF2-40B4-BE49-F238E27FC236}">
                <a16:creationId xmlns:a16="http://schemas.microsoft.com/office/drawing/2014/main" id="{F9900C5E-A547-210D-A6A5-6B72E354E091}"/>
              </a:ext>
            </a:extLst>
          </p:cNvPr>
          <p:cNvSpPr txBox="1">
            <a:spLocks/>
          </p:cNvSpPr>
          <p:nvPr/>
        </p:nvSpPr>
        <p:spPr>
          <a:xfrm>
            <a:off x="5686301" y="1371937"/>
            <a:ext cx="2713217" cy="12331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b="1" dirty="0"/>
              <a:t>Hello</a:t>
            </a:r>
          </a:p>
        </p:txBody>
      </p:sp>
    </p:spTree>
    <p:extLst>
      <p:ext uri="{BB962C8B-B14F-4D97-AF65-F5344CB8AC3E}">
        <p14:creationId xmlns:p14="http://schemas.microsoft.com/office/powerpoint/2010/main" val="1592484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2AFC9-B8BE-19A0-EBCA-9FB61CFE2C51}"/>
              </a:ext>
            </a:extLst>
          </p:cNvPr>
          <p:cNvSpPr>
            <a:spLocks noGrp="1"/>
          </p:cNvSpPr>
          <p:nvPr>
            <p:ph type="title"/>
          </p:nvPr>
        </p:nvSpPr>
        <p:spPr>
          <a:xfrm>
            <a:off x="1021080" y="410686"/>
            <a:ext cx="10515600" cy="1325563"/>
          </a:xfrm>
        </p:spPr>
        <p:txBody>
          <a:bodyPr/>
          <a:lstStyle/>
          <a:p>
            <a:r>
              <a:rPr lang="en-US" b="1" dirty="0"/>
              <a:t>     , Programming</a:t>
            </a:r>
          </a:p>
        </p:txBody>
      </p:sp>
      <p:sp>
        <p:nvSpPr>
          <p:cNvPr id="3" name="Content Placeholder 2">
            <a:extLst>
              <a:ext uri="{FF2B5EF4-FFF2-40B4-BE49-F238E27FC236}">
                <a16:creationId xmlns:a16="http://schemas.microsoft.com/office/drawing/2014/main" id="{0B0F8332-9821-569B-18A0-D1FA8BB68BA2}"/>
              </a:ext>
            </a:extLst>
          </p:cNvPr>
          <p:cNvSpPr>
            <a:spLocks noGrp="1"/>
          </p:cNvSpPr>
          <p:nvPr>
            <p:ph idx="1"/>
          </p:nvPr>
        </p:nvSpPr>
        <p:spPr>
          <a:xfrm>
            <a:off x="838199" y="1700530"/>
            <a:ext cx="6602731" cy="4792345"/>
          </a:xfrm>
        </p:spPr>
        <p:txBody>
          <a:bodyPr>
            <a:normAutofit/>
          </a:bodyPr>
          <a:lstStyle/>
          <a:p>
            <a:r>
              <a:rPr lang="en-US" b="1" dirty="0"/>
              <a:t>Programming</a:t>
            </a:r>
            <a:r>
              <a:rPr lang="en-US" dirty="0">
                <a:solidFill>
                  <a:schemeClr val="tx2"/>
                </a:solidFill>
              </a:rPr>
              <a:t> is telling a computer what to do</a:t>
            </a:r>
          </a:p>
          <a:p>
            <a:endParaRPr lang="en-US" dirty="0">
              <a:solidFill>
                <a:schemeClr val="tx2"/>
              </a:solidFill>
            </a:endParaRPr>
          </a:p>
          <a:p>
            <a:r>
              <a:rPr lang="en-US" dirty="0">
                <a:solidFill>
                  <a:schemeClr val="tx2"/>
                </a:solidFill>
              </a:rPr>
              <a:t>At its core, programming means writing </a:t>
            </a:r>
            <a:r>
              <a:rPr lang="en-US" b="1" dirty="0"/>
              <a:t>instructions</a:t>
            </a:r>
            <a:r>
              <a:rPr lang="en-US" dirty="0">
                <a:solidFill>
                  <a:schemeClr val="tx2"/>
                </a:solidFill>
              </a:rPr>
              <a:t> for a computer to follow</a:t>
            </a:r>
          </a:p>
          <a:p>
            <a:endParaRPr lang="en-US" dirty="0">
              <a:solidFill>
                <a:schemeClr val="tx2"/>
              </a:solidFill>
            </a:endParaRPr>
          </a:p>
          <a:p>
            <a:r>
              <a:rPr lang="en-US" dirty="0">
                <a:solidFill>
                  <a:schemeClr val="tx2"/>
                </a:solidFill>
              </a:rPr>
              <a:t>It is also called </a:t>
            </a:r>
            <a:r>
              <a:rPr lang="en-US" b="1" dirty="0"/>
              <a:t>scripting</a:t>
            </a:r>
            <a:r>
              <a:rPr lang="en-US" dirty="0">
                <a:solidFill>
                  <a:schemeClr val="tx2"/>
                </a:solidFill>
              </a:rPr>
              <a:t> – like writing a script for a play – and, like a play script, </a:t>
            </a:r>
            <a:r>
              <a:rPr lang="en-US" i="1" dirty="0">
                <a:solidFill>
                  <a:schemeClr val="tx2"/>
                </a:solidFill>
              </a:rPr>
              <a:t>syntax</a:t>
            </a:r>
            <a:r>
              <a:rPr lang="en-US" dirty="0">
                <a:solidFill>
                  <a:schemeClr val="tx2"/>
                </a:solidFill>
              </a:rPr>
              <a:t> matters</a:t>
            </a:r>
          </a:p>
          <a:p>
            <a:endParaRPr lang="en-US" dirty="0">
              <a:solidFill>
                <a:schemeClr val="tx2"/>
              </a:solidFill>
            </a:endParaRPr>
          </a:p>
        </p:txBody>
      </p:sp>
      <p:grpSp>
        <p:nvGrpSpPr>
          <p:cNvPr id="5" name="Group 4">
            <a:extLst>
              <a:ext uri="{FF2B5EF4-FFF2-40B4-BE49-F238E27FC236}">
                <a16:creationId xmlns:a16="http://schemas.microsoft.com/office/drawing/2014/main" id="{A21CA777-79E6-0A67-67D9-F0D331D3FFF6}"/>
              </a:ext>
            </a:extLst>
          </p:cNvPr>
          <p:cNvGrpSpPr/>
          <p:nvPr/>
        </p:nvGrpSpPr>
        <p:grpSpPr>
          <a:xfrm>
            <a:off x="7596124" y="133535"/>
            <a:ext cx="4439666" cy="6590929"/>
            <a:chOff x="2033784" y="-726440"/>
            <a:chExt cx="8869352" cy="13167042"/>
          </a:xfrm>
        </p:grpSpPr>
        <p:pic>
          <p:nvPicPr>
            <p:cNvPr id="1030" name="Picture 6" descr="Image">
              <a:extLst>
                <a:ext uri="{FF2B5EF4-FFF2-40B4-BE49-F238E27FC236}">
                  <a16:creationId xmlns:a16="http://schemas.microsoft.com/office/drawing/2014/main" id="{8DD56C15-1362-68D3-B5E3-A8E2A1B897E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026" r="11227"/>
            <a:stretch/>
          </p:blipFill>
          <p:spPr bwMode="auto">
            <a:xfrm>
              <a:off x="2033784" y="-726440"/>
              <a:ext cx="8869352" cy="629919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a:extLst>
                <a:ext uri="{FF2B5EF4-FFF2-40B4-BE49-F238E27FC236}">
                  <a16:creationId xmlns:a16="http://schemas.microsoft.com/office/drawing/2014/main" id="{E1FCA256-1743-FBF1-92A1-1D2C82EDEA7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909" r="11096"/>
            <a:stretch/>
          </p:blipFill>
          <p:spPr bwMode="auto">
            <a:xfrm>
              <a:off x="2033784" y="5582603"/>
              <a:ext cx="8869351" cy="6857999"/>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itle 1">
            <a:extLst>
              <a:ext uri="{FF2B5EF4-FFF2-40B4-BE49-F238E27FC236}">
                <a16:creationId xmlns:a16="http://schemas.microsoft.com/office/drawing/2014/main" id="{3DCA9B05-A344-8141-F2F8-B64EFEDCDBA4}"/>
              </a:ext>
            </a:extLst>
          </p:cNvPr>
          <p:cNvSpPr txBox="1">
            <a:spLocks/>
          </p:cNvSpPr>
          <p:nvPr/>
        </p:nvSpPr>
        <p:spPr>
          <a:xfrm>
            <a:off x="485651" y="411321"/>
            <a:ext cx="2713217" cy="12331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b="1" dirty="0"/>
              <a:t>Hello</a:t>
            </a:r>
          </a:p>
        </p:txBody>
      </p:sp>
    </p:spTree>
    <p:extLst>
      <p:ext uri="{BB962C8B-B14F-4D97-AF65-F5344CB8AC3E}">
        <p14:creationId xmlns:p14="http://schemas.microsoft.com/office/powerpoint/2010/main" val="961861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F4922-BC8F-59D3-E64D-070477F697B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91C67F44-1E85-A791-3F4D-664AF1C8CDC3}"/>
              </a:ext>
            </a:extLst>
          </p:cNvPr>
          <p:cNvSpPr>
            <a:spLocks noGrp="1"/>
          </p:cNvSpPr>
          <p:nvPr>
            <p:ph sz="half" idx="1"/>
          </p:nvPr>
        </p:nvSpPr>
        <p:spPr/>
        <p:txBody>
          <a:bodyPr/>
          <a:lstStyle/>
          <a:p>
            <a:r>
              <a:rPr lang="en-US" dirty="0"/>
              <a:t>What Python Does</a:t>
            </a:r>
          </a:p>
          <a:p>
            <a:r>
              <a:rPr lang="en-US" dirty="0"/>
              <a:t>Turtle Graphics</a:t>
            </a:r>
          </a:p>
          <a:p>
            <a:r>
              <a:rPr lang="en-US" dirty="0"/>
              <a:t>Mini Quiz</a:t>
            </a:r>
          </a:p>
          <a:p>
            <a:r>
              <a:rPr lang="en-US" dirty="0"/>
              <a:t>Loops</a:t>
            </a:r>
          </a:p>
          <a:p>
            <a:r>
              <a:rPr lang="en-US" dirty="0"/>
              <a:t>Python in the World</a:t>
            </a:r>
          </a:p>
        </p:txBody>
      </p:sp>
    </p:spTree>
    <p:extLst>
      <p:ext uri="{BB962C8B-B14F-4D97-AF65-F5344CB8AC3E}">
        <p14:creationId xmlns:p14="http://schemas.microsoft.com/office/powerpoint/2010/main" val="1196596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2AFC9-B8BE-19A0-EBCA-9FB61CFE2C51}"/>
              </a:ext>
            </a:extLst>
          </p:cNvPr>
          <p:cNvSpPr>
            <a:spLocks noGrp="1"/>
          </p:cNvSpPr>
          <p:nvPr>
            <p:ph type="title"/>
          </p:nvPr>
        </p:nvSpPr>
        <p:spPr>
          <a:xfrm>
            <a:off x="838200" y="365125"/>
            <a:ext cx="10515600" cy="1325563"/>
          </a:xfrm>
        </p:spPr>
        <p:txBody>
          <a:bodyPr/>
          <a:lstStyle/>
          <a:p>
            <a:r>
              <a:rPr lang="en-US" b="1" dirty="0"/>
              <a:t>Python Executes Instructions</a:t>
            </a:r>
          </a:p>
        </p:txBody>
      </p:sp>
      <p:sp>
        <p:nvSpPr>
          <p:cNvPr id="6" name="Rectangle 5">
            <a:extLst>
              <a:ext uri="{FF2B5EF4-FFF2-40B4-BE49-F238E27FC236}">
                <a16:creationId xmlns:a16="http://schemas.microsoft.com/office/drawing/2014/main" id="{5C69BDA2-36B2-66FC-5C41-C5451CCBCEC6}"/>
              </a:ext>
            </a:extLst>
          </p:cNvPr>
          <p:cNvSpPr/>
          <p:nvPr/>
        </p:nvSpPr>
        <p:spPr>
          <a:xfrm>
            <a:off x="7661910" y="1690688"/>
            <a:ext cx="3691890" cy="2846070"/>
          </a:xfrm>
          <a:prstGeom prst="rect">
            <a:avLst/>
          </a:prstGeom>
          <a:ln w="28575">
            <a:noFill/>
          </a:ln>
          <a:effectLst>
            <a:glow rad="228600">
              <a:schemeClr val="accent2">
                <a:satMod val="175000"/>
                <a:alpha val="40000"/>
              </a:schemeClr>
            </a:glow>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4800" dirty="0">
                <a:solidFill>
                  <a:schemeClr val="bg1"/>
                </a:solidFill>
                <a:latin typeface="Future TimeSplitters" panose="02000500000000000000" pitchFamily="2" charset="0"/>
              </a:rPr>
              <a:t>Magical Scroll</a:t>
            </a:r>
          </a:p>
          <a:p>
            <a:endParaRPr lang="en-US" sz="2400" dirty="0">
              <a:solidFill>
                <a:schemeClr val="bg1"/>
              </a:solidFill>
            </a:endParaRPr>
          </a:p>
          <a:p>
            <a:pPr marL="342900" indent="-342900">
              <a:buAutoNum type="arabicPeriod"/>
            </a:pPr>
            <a:r>
              <a:rPr lang="en-US" sz="2400" dirty="0">
                <a:solidFill>
                  <a:schemeClr val="bg1"/>
                </a:solidFill>
              </a:rPr>
              <a:t>Say “Hi”</a:t>
            </a:r>
          </a:p>
          <a:p>
            <a:pPr marL="342900" indent="-342900">
              <a:buAutoNum type="arabicPeriod"/>
            </a:pPr>
            <a:r>
              <a:rPr lang="en-US" sz="2400" dirty="0">
                <a:solidFill>
                  <a:schemeClr val="bg1"/>
                </a:solidFill>
              </a:rPr>
              <a:t>Sleep for 5 seconds</a:t>
            </a:r>
          </a:p>
          <a:p>
            <a:pPr marL="342900" indent="-342900">
              <a:buAutoNum type="arabicPeriod"/>
            </a:pPr>
            <a:r>
              <a:rPr lang="en-US" sz="2400" dirty="0">
                <a:solidFill>
                  <a:schemeClr val="bg1"/>
                </a:solidFill>
              </a:rPr>
              <a:t>Calculate 4+4</a:t>
            </a:r>
          </a:p>
          <a:p>
            <a:pPr marL="342900" indent="-342900">
              <a:buAutoNum type="arabicPeriod"/>
            </a:pPr>
            <a:r>
              <a:rPr lang="en-US" sz="2400" dirty="0">
                <a:solidFill>
                  <a:schemeClr val="bg1"/>
                </a:solidFill>
              </a:rPr>
              <a:t>Do a flip</a:t>
            </a:r>
          </a:p>
        </p:txBody>
      </p:sp>
      <p:pic>
        <p:nvPicPr>
          <p:cNvPr id="2052" name="Picture 4" descr="I Just Really Like Snakes Ok Funny Snake Reptile Python Tote Bag by EQ  Designs - Pixels">
            <a:extLst>
              <a:ext uri="{FF2B5EF4-FFF2-40B4-BE49-F238E27FC236}">
                <a16:creationId xmlns:a16="http://schemas.microsoft.com/office/drawing/2014/main" id="{FFE8714D-8D74-E70B-4D03-53BE1ED274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077" t="4127" r="20453" b="30210"/>
          <a:stretch/>
        </p:blipFill>
        <p:spPr bwMode="auto">
          <a:xfrm>
            <a:off x="304801" y="2421775"/>
            <a:ext cx="3580014" cy="4378036"/>
          </a:xfrm>
          <a:prstGeom prst="rect">
            <a:avLst/>
          </a:prstGeom>
          <a:noFill/>
          <a:extLst>
            <a:ext uri="{909E8E84-426E-40DD-AFC4-6F175D3DCCD1}">
              <a14:hiddenFill xmlns:a14="http://schemas.microsoft.com/office/drawing/2010/main">
                <a:solidFill>
                  <a:srgbClr val="FFFFFF"/>
                </a:solidFill>
              </a14:hiddenFill>
            </a:ext>
          </a:extLst>
        </p:spPr>
      </p:pic>
      <p:sp>
        <p:nvSpPr>
          <p:cNvPr id="4" name="Speech Bubble: Oval 3">
            <a:extLst>
              <a:ext uri="{FF2B5EF4-FFF2-40B4-BE49-F238E27FC236}">
                <a16:creationId xmlns:a16="http://schemas.microsoft.com/office/drawing/2014/main" id="{92F9E5AD-7204-E509-6BBD-2A0CF88F0895}"/>
              </a:ext>
            </a:extLst>
          </p:cNvPr>
          <p:cNvSpPr/>
          <p:nvPr/>
        </p:nvSpPr>
        <p:spPr>
          <a:xfrm>
            <a:off x="3221356" y="1446531"/>
            <a:ext cx="2617470" cy="1578292"/>
          </a:xfrm>
          <a:prstGeom prst="wedgeEllipseCallout">
            <a:avLst>
              <a:gd name="adj1" fmla="val -54894"/>
              <a:gd name="adj2" fmla="val 53085"/>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5400" dirty="0"/>
              <a:t>Hi!</a:t>
            </a:r>
          </a:p>
        </p:txBody>
      </p:sp>
      <p:sp>
        <p:nvSpPr>
          <p:cNvPr id="12" name="Freeform: Shape 11">
            <a:extLst>
              <a:ext uri="{FF2B5EF4-FFF2-40B4-BE49-F238E27FC236}">
                <a16:creationId xmlns:a16="http://schemas.microsoft.com/office/drawing/2014/main" id="{72D8D264-B3C0-D092-6CC2-B68C5D8560D4}"/>
              </a:ext>
            </a:extLst>
          </p:cNvPr>
          <p:cNvSpPr/>
          <p:nvPr/>
        </p:nvSpPr>
        <p:spPr>
          <a:xfrm>
            <a:off x="1678628" y="3416122"/>
            <a:ext cx="266351" cy="178146"/>
          </a:xfrm>
          <a:custGeom>
            <a:avLst/>
            <a:gdLst>
              <a:gd name="connsiteX0" fmla="*/ 0 w 243192"/>
              <a:gd name="connsiteY0" fmla="*/ 58543 h 180138"/>
              <a:gd name="connsiteX1" fmla="*/ 0 w 243192"/>
              <a:gd name="connsiteY1" fmla="*/ 58543 h 180138"/>
              <a:gd name="connsiteX2" fmla="*/ 34047 w 243192"/>
              <a:gd name="connsiteY2" fmla="*/ 97453 h 180138"/>
              <a:gd name="connsiteX3" fmla="*/ 48639 w 243192"/>
              <a:gd name="connsiteY3" fmla="*/ 116909 h 180138"/>
              <a:gd name="connsiteX4" fmla="*/ 87549 w 243192"/>
              <a:gd name="connsiteY4" fmla="*/ 141228 h 180138"/>
              <a:gd name="connsiteX5" fmla="*/ 111868 w 243192"/>
              <a:gd name="connsiteY5" fmla="*/ 155819 h 180138"/>
              <a:gd name="connsiteX6" fmla="*/ 136187 w 243192"/>
              <a:gd name="connsiteY6" fmla="*/ 160683 h 180138"/>
              <a:gd name="connsiteX7" fmla="*/ 165370 w 243192"/>
              <a:gd name="connsiteY7" fmla="*/ 170411 h 180138"/>
              <a:gd name="connsiteX8" fmla="*/ 214009 w 243192"/>
              <a:gd name="connsiteY8" fmla="*/ 180138 h 180138"/>
              <a:gd name="connsiteX9" fmla="*/ 223736 w 243192"/>
              <a:gd name="connsiteY9" fmla="*/ 160683 h 180138"/>
              <a:gd name="connsiteX10" fmla="*/ 233464 w 243192"/>
              <a:gd name="connsiteY10" fmla="*/ 63406 h 180138"/>
              <a:gd name="connsiteX11" fmla="*/ 243192 w 243192"/>
              <a:gd name="connsiteY11" fmla="*/ 24496 h 180138"/>
              <a:gd name="connsiteX12" fmla="*/ 238328 w 243192"/>
              <a:gd name="connsiteY12" fmla="*/ 5041 h 180138"/>
              <a:gd name="connsiteX13" fmla="*/ 199417 w 243192"/>
              <a:gd name="connsiteY13" fmla="*/ 9904 h 180138"/>
              <a:gd name="connsiteX14" fmla="*/ 160507 w 243192"/>
              <a:gd name="connsiteY14" fmla="*/ 39087 h 180138"/>
              <a:gd name="connsiteX15" fmla="*/ 145915 w 243192"/>
              <a:gd name="connsiteY15" fmla="*/ 48815 h 180138"/>
              <a:gd name="connsiteX16" fmla="*/ 131324 w 243192"/>
              <a:gd name="connsiteY16" fmla="*/ 53679 h 180138"/>
              <a:gd name="connsiteX17" fmla="*/ 111868 w 243192"/>
              <a:gd name="connsiteY17" fmla="*/ 58543 h 180138"/>
              <a:gd name="connsiteX18" fmla="*/ 97277 w 243192"/>
              <a:gd name="connsiteY18" fmla="*/ 63406 h 180138"/>
              <a:gd name="connsiteX19" fmla="*/ 0 w 243192"/>
              <a:gd name="connsiteY19" fmla="*/ 58543 h 180138"/>
              <a:gd name="connsiteX0" fmla="*/ 0 w 243284"/>
              <a:gd name="connsiteY0" fmla="*/ 75279 h 196874"/>
              <a:gd name="connsiteX1" fmla="*/ 0 w 243284"/>
              <a:gd name="connsiteY1" fmla="*/ 75279 h 196874"/>
              <a:gd name="connsiteX2" fmla="*/ 34047 w 243284"/>
              <a:gd name="connsiteY2" fmla="*/ 114189 h 196874"/>
              <a:gd name="connsiteX3" fmla="*/ 48639 w 243284"/>
              <a:gd name="connsiteY3" fmla="*/ 133645 h 196874"/>
              <a:gd name="connsiteX4" fmla="*/ 87549 w 243284"/>
              <a:gd name="connsiteY4" fmla="*/ 157964 h 196874"/>
              <a:gd name="connsiteX5" fmla="*/ 111868 w 243284"/>
              <a:gd name="connsiteY5" fmla="*/ 172555 h 196874"/>
              <a:gd name="connsiteX6" fmla="*/ 136187 w 243284"/>
              <a:gd name="connsiteY6" fmla="*/ 177419 h 196874"/>
              <a:gd name="connsiteX7" fmla="*/ 165370 w 243284"/>
              <a:gd name="connsiteY7" fmla="*/ 187147 h 196874"/>
              <a:gd name="connsiteX8" fmla="*/ 214009 w 243284"/>
              <a:gd name="connsiteY8" fmla="*/ 196874 h 196874"/>
              <a:gd name="connsiteX9" fmla="*/ 223736 w 243284"/>
              <a:gd name="connsiteY9" fmla="*/ 177419 h 196874"/>
              <a:gd name="connsiteX10" fmla="*/ 233464 w 243284"/>
              <a:gd name="connsiteY10" fmla="*/ 80142 h 196874"/>
              <a:gd name="connsiteX11" fmla="*/ 243192 w 243284"/>
              <a:gd name="connsiteY11" fmla="*/ 41232 h 196874"/>
              <a:gd name="connsiteX12" fmla="*/ 226799 w 243284"/>
              <a:gd name="connsiteY12" fmla="*/ 3070 h 196874"/>
              <a:gd name="connsiteX13" fmla="*/ 199417 w 243284"/>
              <a:gd name="connsiteY13" fmla="*/ 26640 h 196874"/>
              <a:gd name="connsiteX14" fmla="*/ 160507 w 243284"/>
              <a:gd name="connsiteY14" fmla="*/ 55823 h 196874"/>
              <a:gd name="connsiteX15" fmla="*/ 145915 w 243284"/>
              <a:gd name="connsiteY15" fmla="*/ 65551 h 196874"/>
              <a:gd name="connsiteX16" fmla="*/ 131324 w 243284"/>
              <a:gd name="connsiteY16" fmla="*/ 70415 h 196874"/>
              <a:gd name="connsiteX17" fmla="*/ 111868 w 243284"/>
              <a:gd name="connsiteY17" fmla="*/ 75279 h 196874"/>
              <a:gd name="connsiteX18" fmla="*/ 97277 w 243284"/>
              <a:gd name="connsiteY18" fmla="*/ 80142 h 196874"/>
              <a:gd name="connsiteX19" fmla="*/ 0 w 243284"/>
              <a:gd name="connsiteY19" fmla="*/ 75279 h 196874"/>
              <a:gd name="connsiteX0" fmla="*/ 0 w 233606"/>
              <a:gd name="connsiteY0" fmla="*/ 72612 h 194207"/>
              <a:gd name="connsiteX1" fmla="*/ 0 w 233606"/>
              <a:gd name="connsiteY1" fmla="*/ 72612 h 194207"/>
              <a:gd name="connsiteX2" fmla="*/ 34047 w 233606"/>
              <a:gd name="connsiteY2" fmla="*/ 111522 h 194207"/>
              <a:gd name="connsiteX3" fmla="*/ 48639 w 233606"/>
              <a:gd name="connsiteY3" fmla="*/ 130978 h 194207"/>
              <a:gd name="connsiteX4" fmla="*/ 87549 w 233606"/>
              <a:gd name="connsiteY4" fmla="*/ 155297 h 194207"/>
              <a:gd name="connsiteX5" fmla="*/ 111868 w 233606"/>
              <a:gd name="connsiteY5" fmla="*/ 169888 h 194207"/>
              <a:gd name="connsiteX6" fmla="*/ 136187 w 233606"/>
              <a:gd name="connsiteY6" fmla="*/ 174752 h 194207"/>
              <a:gd name="connsiteX7" fmla="*/ 165370 w 233606"/>
              <a:gd name="connsiteY7" fmla="*/ 184480 h 194207"/>
              <a:gd name="connsiteX8" fmla="*/ 214009 w 233606"/>
              <a:gd name="connsiteY8" fmla="*/ 194207 h 194207"/>
              <a:gd name="connsiteX9" fmla="*/ 223736 w 233606"/>
              <a:gd name="connsiteY9" fmla="*/ 174752 h 194207"/>
              <a:gd name="connsiteX10" fmla="*/ 233464 w 233606"/>
              <a:gd name="connsiteY10" fmla="*/ 77475 h 194207"/>
              <a:gd name="connsiteX11" fmla="*/ 229357 w 233606"/>
              <a:gd name="connsiteY11" fmla="*/ 43910 h 194207"/>
              <a:gd name="connsiteX12" fmla="*/ 226799 w 233606"/>
              <a:gd name="connsiteY12" fmla="*/ 403 h 194207"/>
              <a:gd name="connsiteX13" fmla="*/ 199417 w 233606"/>
              <a:gd name="connsiteY13" fmla="*/ 23973 h 194207"/>
              <a:gd name="connsiteX14" fmla="*/ 160507 w 233606"/>
              <a:gd name="connsiteY14" fmla="*/ 53156 h 194207"/>
              <a:gd name="connsiteX15" fmla="*/ 145915 w 233606"/>
              <a:gd name="connsiteY15" fmla="*/ 62884 h 194207"/>
              <a:gd name="connsiteX16" fmla="*/ 131324 w 233606"/>
              <a:gd name="connsiteY16" fmla="*/ 67748 h 194207"/>
              <a:gd name="connsiteX17" fmla="*/ 111868 w 233606"/>
              <a:gd name="connsiteY17" fmla="*/ 72612 h 194207"/>
              <a:gd name="connsiteX18" fmla="*/ 97277 w 233606"/>
              <a:gd name="connsiteY18" fmla="*/ 77475 h 194207"/>
              <a:gd name="connsiteX19" fmla="*/ 0 w 233606"/>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23736 w 230114"/>
              <a:gd name="connsiteY9" fmla="*/ 174752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09900 w 230114"/>
              <a:gd name="connsiteY9" fmla="*/ 169406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09900 w 230114"/>
              <a:gd name="connsiteY9" fmla="*/ 169406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12206 w 230114"/>
              <a:gd name="connsiteY9" fmla="*/ 121301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12206 w 230114"/>
              <a:gd name="connsiteY9" fmla="*/ 121301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16817 w 230114"/>
              <a:gd name="connsiteY9" fmla="*/ 121301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2306 w 230114"/>
              <a:gd name="connsiteY0" fmla="*/ 6192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16817 w 230114"/>
              <a:gd name="connsiteY9" fmla="*/ 121301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2306 w 230114"/>
              <a:gd name="connsiteY19" fmla="*/ 61922 h 194207"/>
              <a:gd name="connsiteX0" fmla="*/ 2306 w 230114"/>
              <a:gd name="connsiteY0" fmla="*/ 61922 h 199551"/>
              <a:gd name="connsiteX1" fmla="*/ 0 w 230114"/>
              <a:gd name="connsiteY1" fmla="*/ 72612 h 199551"/>
              <a:gd name="connsiteX2" fmla="*/ 34047 w 230114"/>
              <a:gd name="connsiteY2" fmla="*/ 111522 h 199551"/>
              <a:gd name="connsiteX3" fmla="*/ 48639 w 230114"/>
              <a:gd name="connsiteY3" fmla="*/ 130978 h 199551"/>
              <a:gd name="connsiteX4" fmla="*/ 87549 w 230114"/>
              <a:gd name="connsiteY4" fmla="*/ 155297 h 199551"/>
              <a:gd name="connsiteX5" fmla="*/ 111868 w 230114"/>
              <a:gd name="connsiteY5" fmla="*/ 169888 h 199551"/>
              <a:gd name="connsiteX6" fmla="*/ 136187 w 230114"/>
              <a:gd name="connsiteY6" fmla="*/ 174752 h 199551"/>
              <a:gd name="connsiteX7" fmla="*/ 165370 w 230114"/>
              <a:gd name="connsiteY7" fmla="*/ 184480 h 199551"/>
              <a:gd name="connsiteX8" fmla="*/ 204785 w 230114"/>
              <a:gd name="connsiteY8" fmla="*/ 199551 h 199551"/>
              <a:gd name="connsiteX9" fmla="*/ 216817 w 230114"/>
              <a:gd name="connsiteY9" fmla="*/ 121301 h 199551"/>
              <a:gd name="connsiteX10" fmla="*/ 224240 w 230114"/>
              <a:gd name="connsiteY10" fmla="*/ 74802 h 199551"/>
              <a:gd name="connsiteX11" fmla="*/ 229357 w 230114"/>
              <a:gd name="connsiteY11" fmla="*/ 43910 h 199551"/>
              <a:gd name="connsiteX12" fmla="*/ 226799 w 230114"/>
              <a:gd name="connsiteY12" fmla="*/ 403 h 199551"/>
              <a:gd name="connsiteX13" fmla="*/ 199417 w 230114"/>
              <a:gd name="connsiteY13" fmla="*/ 23973 h 199551"/>
              <a:gd name="connsiteX14" fmla="*/ 160507 w 230114"/>
              <a:gd name="connsiteY14" fmla="*/ 53156 h 199551"/>
              <a:gd name="connsiteX15" fmla="*/ 145915 w 230114"/>
              <a:gd name="connsiteY15" fmla="*/ 62884 h 199551"/>
              <a:gd name="connsiteX16" fmla="*/ 131324 w 230114"/>
              <a:gd name="connsiteY16" fmla="*/ 67748 h 199551"/>
              <a:gd name="connsiteX17" fmla="*/ 111868 w 230114"/>
              <a:gd name="connsiteY17" fmla="*/ 72612 h 199551"/>
              <a:gd name="connsiteX18" fmla="*/ 97277 w 230114"/>
              <a:gd name="connsiteY18" fmla="*/ 77475 h 199551"/>
              <a:gd name="connsiteX19" fmla="*/ 2306 w 230114"/>
              <a:gd name="connsiteY19" fmla="*/ 61922 h 199551"/>
              <a:gd name="connsiteX0" fmla="*/ 2306 w 230253"/>
              <a:gd name="connsiteY0" fmla="*/ 62306 h 199935"/>
              <a:gd name="connsiteX1" fmla="*/ 0 w 230253"/>
              <a:gd name="connsiteY1" fmla="*/ 72996 h 199935"/>
              <a:gd name="connsiteX2" fmla="*/ 34047 w 230253"/>
              <a:gd name="connsiteY2" fmla="*/ 111906 h 199935"/>
              <a:gd name="connsiteX3" fmla="*/ 48639 w 230253"/>
              <a:gd name="connsiteY3" fmla="*/ 131362 h 199935"/>
              <a:gd name="connsiteX4" fmla="*/ 87549 w 230253"/>
              <a:gd name="connsiteY4" fmla="*/ 155681 h 199935"/>
              <a:gd name="connsiteX5" fmla="*/ 111868 w 230253"/>
              <a:gd name="connsiteY5" fmla="*/ 170272 h 199935"/>
              <a:gd name="connsiteX6" fmla="*/ 136187 w 230253"/>
              <a:gd name="connsiteY6" fmla="*/ 175136 h 199935"/>
              <a:gd name="connsiteX7" fmla="*/ 165370 w 230253"/>
              <a:gd name="connsiteY7" fmla="*/ 184864 h 199935"/>
              <a:gd name="connsiteX8" fmla="*/ 204785 w 230253"/>
              <a:gd name="connsiteY8" fmla="*/ 199935 h 199935"/>
              <a:gd name="connsiteX9" fmla="*/ 216817 w 230253"/>
              <a:gd name="connsiteY9" fmla="*/ 121685 h 199935"/>
              <a:gd name="connsiteX10" fmla="*/ 224240 w 230253"/>
              <a:gd name="connsiteY10" fmla="*/ 75186 h 199935"/>
              <a:gd name="connsiteX11" fmla="*/ 229357 w 230253"/>
              <a:gd name="connsiteY11" fmla="*/ 44294 h 199935"/>
              <a:gd name="connsiteX12" fmla="*/ 226799 w 230253"/>
              <a:gd name="connsiteY12" fmla="*/ 787 h 199935"/>
              <a:gd name="connsiteX13" fmla="*/ 197110 w 230253"/>
              <a:gd name="connsiteY13" fmla="*/ 19012 h 199935"/>
              <a:gd name="connsiteX14" fmla="*/ 160507 w 230253"/>
              <a:gd name="connsiteY14" fmla="*/ 53540 h 199935"/>
              <a:gd name="connsiteX15" fmla="*/ 145915 w 230253"/>
              <a:gd name="connsiteY15" fmla="*/ 63268 h 199935"/>
              <a:gd name="connsiteX16" fmla="*/ 131324 w 230253"/>
              <a:gd name="connsiteY16" fmla="*/ 68132 h 199935"/>
              <a:gd name="connsiteX17" fmla="*/ 111868 w 230253"/>
              <a:gd name="connsiteY17" fmla="*/ 72996 h 199935"/>
              <a:gd name="connsiteX18" fmla="*/ 97277 w 230253"/>
              <a:gd name="connsiteY18" fmla="*/ 77859 h 199935"/>
              <a:gd name="connsiteX19" fmla="*/ 2306 w 230253"/>
              <a:gd name="connsiteY19" fmla="*/ 62306 h 199935"/>
              <a:gd name="connsiteX0" fmla="*/ 2306 w 230253"/>
              <a:gd name="connsiteY0" fmla="*/ 62306 h 199935"/>
              <a:gd name="connsiteX1" fmla="*/ 0 w 230253"/>
              <a:gd name="connsiteY1" fmla="*/ 72996 h 199935"/>
              <a:gd name="connsiteX2" fmla="*/ 34047 w 230253"/>
              <a:gd name="connsiteY2" fmla="*/ 111906 h 199935"/>
              <a:gd name="connsiteX3" fmla="*/ 48639 w 230253"/>
              <a:gd name="connsiteY3" fmla="*/ 131362 h 199935"/>
              <a:gd name="connsiteX4" fmla="*/ 87549 w 230253"/>
              <a:gd name="connsiteY4" fmla="*/ 155681 h 199935"/>
              <a:gd name="connsiteX5" fmla="*/ 102645 w 230253"/>
              <a:gd name="connsiteY5" fmla="*/ 156909 h 199935"/>
              <a:gd name="connsiteX6" fmla="*/ 136187 w 230253"/>
              <a:gd name="connsiteY6" fmla="*/ 175136 h 199935"/>
              <a:gd name="connsiteX7" fmla="*/ 165370 w 230253"/>
              <a:gd name="connsiteY7" fmla="*/ 184864 h 199935"/>
              <a:gd name="connsiteX8" fmla="*/ 204785 w 230253"/>
              <a:gd name="connsiteY8" fmla="*/ 199935 h 199935"/>
              <a:gd name="connsiteX9" fmla="*/ 216817 w 230253"/>
              <a:gd name="connsiteY9" fmla="*/ 121685 h 199935"/>
              <a:gd name="connsiteX10" fmla="*/ 224240 w 230253"/>
              <a:gd name="connsiteY10" fmla="*/ 75186 h 199935"/>
              <a:gd name="connsiteX11" fmla="*/ 229357 w 230253"/>
              <a:gd name="connsiteY11" fmla="*/ 44294 h 199935"/>
              <a:gd name="connsiteX12" fmla="*/ 226799 w 230253"/>
              <a:gd name="connsiteY12" fmla="*/ 787 h 199935"/>
              <a:gd name="connsiteX13" fmla="*/ 197110 w 230253"/>
              <a:gd name="connsiteY13" fmla="*/ 19012 h 199935"/>
              <a:gd name="connsiteX14" fmla="*/ 160507 w 230253"/>
              <a:gd name="connsiteY14" fmla="*/ 53540 h 199935"/>
              <a:gd name="connsiteX15" fmla="*/ 145915 w 230253"/>
              <a:gd name="connsiteY15" fmla="*/ 63268 h 199935"/>
              <a:gd name="connsiteX16" fmla="*/ 131324 w 230253"/>
              <a:gd name="connsiteY16" fmla="*/ 68132 h 199935"/>
              <a:gd name="connsiteX17" fmla="*/ 111868 w 230253"/>
              <a:gd name="connsiteY17" fmla="*/ 72996 h 199935"/>
              <a:gd name="connsiteX18" fmla="*/ 97277 w 230253"/>
              <a:gd name="connsiteY18" fmla="*/ 77859 h 199935"/>
              <a:gd name="connsiteX19" fmla="*/ 2306 w 230253"/>
              <a:gd name="connsiteY19" fmla="*/ 62306 h 199935"/>
              <a:gd name="connsiteX0" fmla="*/ 2306 w 230253"/>
              <a:gd name="connsiteY0" fmla="*/ 62306 h 199935"/>
              <a:gd name="connsiteX1" fmla="*/ 0 w 230253"/>
              <a:gd name="connsiteY1" fmla="*/ 72996 h 199935"/>
              <a:gd name="connsiteX2" fmla="*/ 34047 w 230253"/>
              <a:gd name="connsiteY2" fmla="*/ 111906 h 199935"/>
              <a:gd name="connsiteX3" fmla="*/ 57863 w 230253"/>
              <a:gd name="connsiteY3" fmla="*/ 131362 h 199935"/>
              <a:gd name="connsiteX4" fmla="*/ 87549 w 230253"/>
              <a:gd name="connsiteY4" fmla="*/ 155681 h 199935"/>
              <a:gd name="connsiteX5" fmla="*/ 102645 w 230253"/>
              <a:gd name="connsiteY5" fmla="*/ 156909 h 199935"/>
              <a:gd name="connsiteX6" fmla="*/ 136187 w 230253"/>
              <a:gd name="connsiteY6" fmla="*/ 175136 h 199935"/>
              <a:gd name="connsiteX7" fmla="*/ 165370 w 230253"/>
              <a:gd name="connsiteY7" fmla="*/ 184864 h 199935"/>
              <a:gd name="connsiteX8" fmla="*/ 204785 w 230253"/>
              <a:gd name="connsiteY8" fmla="*/ 199935 h 199935"/>
              <a:gd name="connsiteX9" fmla="*/ 216817 w 230253"/>
              <a:gd name="connsiteY9" fmla="*/ 121685 h 199935"/>
              <a:gd name="connsiteX10" fmla="*/ 224240 w 230253"/>
              <a:gd name="connsiteY10" fmla="*/ 75186 h 199935"/>
              <a:gd name="connsiteX11" fmla="*/ 229357 w 230253"/>
              <a:gd name="connsiteY11" fmla="*/ 44294 h 199935"/>
              <a:gd name="connsiteX12" fmla="*/ 226799 w 230253"/>
              <a:gd name="connsiteY12" fmla="*/ 787 h 199935"/>
              <a:gd name="connsiteX13" fmla="*/ 197110 w 230253"/>
              <a:gd name="connsiteY13" fmla="*/ 19012 h 199935"/>
              <a:gd name="connsiteX14" fmla="*/ 160507 w 230253"/>
              <a:gd name="connsiteY14" fmla="*/ 53540 h 199935"/>
              <a:gd name="connsiteX15" fmla="*/ 145915 w 230253"/>
              <a:gd name="connsiteY15" fmla="*/ 63268 h 199935"/>
              <a:gd name="connsiteX16" fmla="*/ 131324 w 230253"/>
              <a:gd name="connsiteY16" fmla="*/ 68132 h 199935"/>
              <a:gd name="connsiteX17" fmla="*/ 111868 w 230253"/>
              <a:gd name="connsiteY17" fmla="*/ 72996 h 199935"/>
              <a:gd name="connsiteX18" fmla="*/ 97277 w 230253"/>
              <a:gd name="connsiteY18" fmla="*/ 77859 h 199935"/>
              <a:gd name="connsiteX19" fmla="*/ 2306 w 230253"/>
              <a:gd name="connsiteY19" fmla="*/ 62306 h 199935"/>
              <a:gd name="connsiteX0" fmla="*/ 2306 w 230253"/>
              <a:gd name="connsiteY0" fmla="*/ 62306 h 199935"/>
              <a:gd name="connsiteX1" fmla="*/ 0 w 230253"/>
              <a:gd name="connsiteY1" fmla="*/ 72996 h 199935"/>
              <a:gd name="connsiteX2" fmla="*/ 34047 w 230253"/>
              <a:gd name="connsiteY2" fmla="*/ 111906 h 199935"/>
              <a:gd name="connsiteX3" fmla="*/ 57863 w 230253"/>
              <a:gd name="connsiteY3" fmla="*/ 131362 h 199935"/>
              <a:gd name="connsiteX4" fmla="*/ 87549 w 230253"/>
              <a:gd name="connsiteY4" fmla="*/ 155681 h 199935"/>
              <a:gd name="connsiteX5" fmla="*/ 100338 w 230253"/>
              <a:gd name="connsiteY5" fmla="*/ 164926 h 199935"/>
              <a:gd name="connsiteX6" fmla="*/ 136187 w 230253"/>
              <a:gd name="connsiteY6" fmla="*/ 175136 h 199935"/>
              <a:gd name="connsiteX7" fmla="*/ 165370 w 230253"/>
              <a:gd name="connsiteY7" fmla="*/ 184864 h 199935"/>
              <a:gd name="connsiteX8" fmla="*/ 204785 w 230253"/>
              <a:gd name="connsiteY8" fmla="*/ 199935 h 199935"/>
              <a:gd name="connsiteX9" fmla="*/ 216817 w 230253"/>
              <a:gd name="connsiteY9" fmla="*/ 121685 h 199935"/>
              <a:gd name="connsiteX10" fmla="*/ 224240 w 230253"/>
              <a:gd name="connsiteY10" fmla="*/ 75186 h 199935"/>
              <a:gd name="connsiteX11" fmla="*/ 229357 w 230253"/>
              <a:gd name="connsiteY11" fmla="*/ 44294 h 199935"/>
              <a:gd name="connsiteX12" fmla="*/ 226799 w 230253"/>
              <a:gd name="connsiteY12" fmla="*/ 787 h 199935"/>
              <a:gd name="connsiteX13" fmla="*/ 197110 w 230253"/>
              <a:gd name="connsiteY13" fmla="*/ 19012 h 199935"/>
              <a:gd name="connsiteX14" fmla="*/ 160507 w 230253"/>
              <a:gd name="connsiteY14" fmla="*/ 53540 h 199935"/>
              <a:gd name="connsiteX15" fmla="*/ 145915 w 230253"/>
              <a:gd name="connsiteY15" fmla="*/ 63268 h 199935"/>
              <a:gd name="connsiteX16" fmla="*/ 131324 w 230253"/>
              <a:gd name="connsiteY16" fmla="*/ 68132 h 199935"/>
              <a:gd name="connsiteX17" fmla="*/ 111868 w 230253"/>
              <a:gd name="connsiteY17" fmla="*/ 72996 h 199935"/>
              <a:gd name="connsiteX18" fmla="*/ 97277 w 230253"/>
              <a:gd name="connsiteY18" fmla="*/ 77859 h 199935"/>
              <a:gd name="connsiteX19" fmla="*/ 2306 w 230253"/>
              <a:gd name="connsiteY19" fmla="*/ 62306 h 199935"/>
              <a:gd name="connsiteX0" fmla="*/ 0 w 257925"/>
              <a:gd name="connsiteY0" fmla="*/ 30236 h 199935"/>
              <a:gd name="connsiteX1" fmla="*/ 27672 w 257925"/>
              <a:gd name="connsiteY1" fmla="*/ 72996 h 199935"/>
              <a:gd name="connsiteX2" fmla="*/ 61719 w 257925"/>
              <a:gd name="connsiteY2" fmla="*/ 111906 h 199935"/>
              <a:gd name="connsiteX3" fmla="*/ 85535 w 257925"/>
              <a:gd name="connsiteY3" fmla="*/ 131362 h 199935"/>
              <a:gd name="connsiteX4" fmla="*/ 115221 w 257925"/>
              <a:gd name="connsiteY4" fmla="*/ 155681 h 199935"/>
              <a:gd name="connsiteX5" fmla="*/ 128010 w 257925"/>
              <a:gd name="connsiteY5" fmla="*/ 164926 h 199935"/>
              <a:gd name="connsiteX6" fmla="*/ 163859 w 257925"/>
              <a:gd name="connsiteY6" fmla="*/ 175136 h 199935"/>
              <a:gd name="connsiteX7" fmla="*/ 193042 w 257925"/>
              <a:gd name="connsiteY7" fmla="*/ 184864 h 199935"/>
              <a:gd name="connsiteX8" fmla="*/ 232457 w 257925"/>
              <a:gd name="connsiteY8" fmla="*/ 199935 h 199935"/>
              <a:gd name="connsiteX9" fmla="*/ 244489 w 257925"/>
              <a:gd name="connsiteY9" fmla="*/ 121685 h 199935"/>
              <a:gd name="connsiteX10" fmla="*/ 251912 w 257925"/>
              <a:gd name="connsiteY10" fmla="*/ 75186 h 199935"/>
              <a:gd name="connsiteX11" fmla="*/ 257029 w 257925"/>
              <a:gd name="connsiteY11" fmla="*/ 44294 h 199935"/>
              <a:gd name="connsiteX12" fmla="*/ 254471 w 257925"/>
              <a:gd name="connsiteY12" fmla="*/ 787 h 199935"/>
              <a:gd name="connsiteX13" fmla="*/ 224782 w 257925"/>
              <a:gd name="connsiteY13" fmla="*/ 19012 h 199935"/>
              <a:gd name="connsiteX14" fmla="*/ 188179 w 257925"/>
              <a:gd name="connsiteY14" fmla="*/ 53540 h 199935"/>
              <a:gd name="connsiteX15" fmla="*/ 173587 w 257925"/>
              <a:gd name="connsiteY15" fmla="*/ 63268 h 199935"/>
              <a:gd name="connsiteX16" fmla="*/ 158996 w 257925"/>
              <a:gd name="connsiteY16" fmla="*/ 68132 h 199935"/>
              <a:gd name="connsiteX17" fmla="*/ 139540 w 257925"/>
              <a:gd name="connsiteY17" fmla="*/ 72996 h 199935"/>
              <a:gd name="connsiteX18" fmla="*/ 124949 w 257925"/>
              <a:gd name="connsiteY18" fmla="*/ 77859 h 199935"/>
              <a:gd name="connsiteX19" fmla="*/ 0 w 257925"/>
              <a:gd name="connsiteY19" fmla="*/ 30236 h 19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7925" h="199935">
                <a:moveTo>
                  <a:pt x="0" y="30236"/>
                </a:moveTo>
                <a:lnTo>
                  <a:pt x="27672" y="72996"/>
                </a:lnTo>
                <a:cubicBezTo>
                  <a:pt x="39021" y="85966"/>
                  <a:pt x="52075" y="102178"/>
                  <a:pt x="61719" y="111906"/>
                </a:cubicBezTo>
                <a:cubicBezTo>
                  <a:pt x="71363" y="121634"/>
                  <a:pt x="79261" y="126229"/>
                  <a:pt x="85535" y="131362"/>
                </a:cubicBezTo>
                <a:lnTo>
                  <a:pt x="115221" y="155681"/>
                </a:lnTo>
                <a:cubicBezTo>
                  <a:pt x="122300" y="161275"/>
                  <a:pt x="118740" y="163072"/>
                  <a:pt x="128010" y="164926"/>
                </a:cubicBezTo>
                <a:cubicBezTo>
                  <a:pt x="136116" y="166547"/>
                  <a:pt x="153020" y="171813"/>
                  <a:pt x="163859" y="175136"/>
                </a:cubicBezTo>
                <a:cubicBezTo>
                  <a:pt x="174698" y="178459"/>
                  <a:pt x="182987" y="182853"/>
                  <a:pt x="193042" y="184864"/>
                </a:cubicBezTo>
                <a:lnTo>
                  <a:pt x="232457" y="199935"/>
                </a:lnTo>
                <a:cubicBezTo>
                  <a:pt x="235699" y="193450"/>
                  <a:pt x="241247" y="142476"/>
                  <a:pt x="244489" y="121685"/>
                </a:cubicBezTo>
                <a:cubicBezTo>
                  <a:pt x="247731" y="100894"/>
                  <a:pt x="249822" y="88085"/>
                  <a:pt x="251912" y="75186"/>
                </a:cubicBezTo>
                <a:cubicBezTo>
                  <a:pt x="254002" y="62288"/>
                  <a:pt x="256603" y="56694"/>
                  <a:pt x="257029" y="44294"/>
                </a:cubicBezTo>
                <a:cubicBezTo>
                  <a:pt x="257455" y="31894"/>
                  <a:pt x="259846" y="5001"/>
                  <a:pt x="254471" y="787"/>
                </a:cubicBezTo>
                <a:cubicBezTo>
                  <a:pt x="249097" y="-3427"/>
                  <a:pt x="235831" y="10220"/>
                  <a:pt x="224782" y="19012"/>
                </a:cubicBezTo>
                <a:cubicBezTo>
                  <a:pt x="213733" y="27804"/>
                  <a:pt x="196711" y="46164"/>
                  <a:pt x="188179" y="53540"/>
                </a:cubicBezTo>
                <a:cubicBezTo>
                  <a:pt x="179647" y="60916"/>
                  <a:pt x="178816" y="60654"/>
                  <a:pt x="173587" y="63268"/>
                </a:cubicBezTo>
                <a:cubicBezTo>
                  <a:pt x="169001" y="65561"/>
                  <a:pt x="163926" y="66724"/>
                  <a:pt x="158996" y="68132"/>
                </a:cubicBezTo>
                <a:cubicBezTo>
                  <a:pt x="152568" y="69969"/>
                  <a:pt x="145968" y="71160"/>
                  <a:pt x="139540" y="72996"/>
                </a:cubicBezTo>
                <a:cubicBezTo>
                  <a:pt x="134611" y="74404"/>
                  <a:pt x="130031" y="77181"/>
                  <a:pt x="124949" y="77859"/>
                </a:cubicBezTo>
                <a:cubicBezTo>
                  <a:pt x="105597" y="80439"/>
                  <a:pt x="16213" y="31046"/>
                  <a:pt x="0" y="30236"/>
                </a:cubicBezTo>
                <a:close/>
              </a:path>
            </a:pathLst>
          </a:custGeom>
          <a:solidFill>
            <a:schemeClr val="bg2"/>
          </a:solidFill>
          <a:ln>
            <a:solidFill>
              <a:srgbClr val="0604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72056BE9-1460-37FB-084E-4D7B572A86D2}"/>
              </a:ext>
            </a:extLst>
          </p:cNvPr>
          <p:cNvSpPr/>
          <p:nvPr/>
        </p:nvSpPr>
        <p:spPr>
          <a:xfrm>
            <a:off x="2142267" y="3428065"/>
            <a:ext cx="271558" cy="189830"/>
          </a:xfrm>
          <a:custGeom>
            <a:avLst/>
            <a:gdLst>
              <a:gd name="connsiteX0" fmla="*/ 1205 w 215375"/>
              <a:gd name="connsiteY0" fmla="*/ 155643 h 155643"/>
              <a:gd name="connsiteX1" fmla="*/ 1205 w 215375"/>
              <a:gd name="connsiteY1" fmla="*/ 155643 h 155643"/>
              <a:gd name="connsiteX2" fmla="*/ 49843 w 215375"/>
              <a:gd name="connsiteY2" fmla="*/ 150779 h 155643"/>
              <a:gd name="connsiteX3" fmla="*/ 69299 w 215375"/>
              <a:gd name="connsiteY3" fmla="*/ 141052 h 155643"/>
              <a:gd name="connsiteX4" fmla="*/ 103345 w 215375"/>
              <a:gd name="connsiteY4" fmla="*/ 126460 h 155643"/>
              <a:gd name="connsiteX5" fmla="*/ 117937 w 215375"/>
              <a:gd name="connsiteY5" fmla="*/ 116732 h 155643"/>
              <a:gd name="connsiteX6" fmla="*/ 147120 w 215375"/>
              <a:gd name="connsiteY6" fmla="*/ 107005 h 155643"/>
              <a:gd name="connsiteX7" fmla="*/ 161711 w 215375"/>
              <a:gd name="connsiteY7" fmla="*/ 102141 h 155643"/>
              <a:gd name="connsiteX8" fmla="*/ 195758 w 215375"/>
              <a:gd name="connsiteY8" fmla="*/ 82686 h 155643"/>
              <a:gd name="connsiteX9" fmla="*/ 205486 w 215375"/>
              <a:gd name="connsiteY9" fmla="*/ 63230 h 155643"/>
              <a:gd name="connsiteX10" fmla="*/ 215213 w 215375"/>
              <a:gd name="connsiteY10" fmla="*/ 48639 h 155643"/>
              <a:gd name="connsiteX11" fmla="*/ 200622 w 215375"/>
              <a:gd name="connsiteY11" fmla="*/ 43775 h 155643"/>
              <a:gd name="connsiteX12" fmla="*/ 161711 w 215375"/>
              <a:gd name="connsiteY12" fmla="*/ 38911 h 155643"/>
              <a:gd name="connsiteX13" fmla="*/ 132528 w 215375"/>
              <a:gd name="connsiteY13" fmla="*/ 29183 h 155643"/>
              <a:gd name="connsiteX14" fmla="*/ 98482 w 215375"/>
              <a:gd name="connsiteY14" fmla="*/ 19456 h 155643"/>
              <a:gd name="connsiteX15" fmla="*/ 83890 w 215375"/>
              <a:gd name="connsiteY15" fmla="*/ 9728 h 155643"/>
              <a:gd name="connsiteX16" fmla="*/ 54707 w 215375"/>
              <a:gd name="connsiteY16" fmla="*/ 0 h 155643"/>
              <a:gd name="connsiteX17" fmla="*/ 25524 w 215375"/>
              <a:gd name="connsiteY17" fmla="*/ 9728 h 155643"/>
              <a:gd name="connsiteX18" fmla="*/ 15796 w 215375"/>
              <a:gd name="connsiteY18" fmla="*/ 38911 h 155643"/>
              <a:gd name="connsiteX19" fmla="*/ 10933 w 215375"/>
              <a:gd name="connsiteY19" fmla="*/ 107005 h 155643"/>
              <a:gd name="connsiteX20" fmla="*/ 6069 w 215375"/>
              <a:gd name="connsiteY20" fmla="*/ 131324 h 155643"/>
              <a:gd name="connsiteX21" fmla="*/ 1205 w 215375"/>
              <a:gd name="connsiteY21" fmla="*/ 155643 h 155643"/>
              <a:gd name="connsiteX0" fmla="*/ 1205 w 253350"/>
              <a:gd name="connsiteY0" fmla="*/ 155643 h 155643"/>
              <a:gd name="connsiteX1" fmla="*/ 1205 w 253350"/>
              <a:gd name="connsiteY1" fmla="*/ 155643 h 155643"/>
              <a:gd name="connsiteX2" fmla="*/ 49843 w 253350"/>
              <a:gd name="connsiteY2" fmla="*/ 150779 h 155643"/>
              <a:gd name="connsiteX3" fmla="*/ 69299 w 253350"/>
              <a:gd name="connsiteY3" fmla="*/ 141052 h 155643"/>
              <a:gd name="connsiteX4" fmla="*/ 103345 w 253350"/>
              <a:gd name="connsiteY4" fmla="*/ 126460 h 155643"/>
              <a:gd name="connsiteX5" fmla="*/ 117937 w 253350"/>
              <a:gd name="connsiteY5" fmla="*/ 116732 h 155643"/>
              <a:gd name="connsiteX6" fmla="*/ 147120 w 253350"/>
              <a:gd name="connsiteY6" fmla="*/ 107005 h 155643"/>
              <a:gd name="connsiteX7" fmla="*/ 161711 w 253350"/>
              <a:gd name="connsiteY7" fmla="*/ 102141 h 155643"/>
              <a:gd name="connsiteX8" fmla="*/ 195758 w 253350"/>
              <a:gd name="connsiteY8" fmla="*/ 82686 h 155643"/>
              <a:gd name="connsiteX9" fmla="*/ 205486 w 253350"/>
              <a:gd name="connsiteY9" fmla="*/ 63230 h 155643"/>
              <a:gd name="connsiteX10" fmla="*/ 253313 w 253350"/>
              <a:gd name="connsiteY10" fmla="*/ 48639 h 155643"/>
              <a:gd name="connsiteX11" fmla="*/ 200622 w 253350"/>
              <a:gd name="connsiteY11" fmla="*/ 43775 h 155643"/>
              <a:gd name="connsiteX12" fmla="*/ 161711 w 253350"/>
              <a:gd name="connsiteY12" fmla="*/ 38911 h 155643"/>
              <a:gd name="connsiteX13" fmla="*/ 132528 w 253350"/>
              <a:gd name="connsiteY13" fmla="*/ 29183 h 155643"/>
              <a:gd name="connsiteX14" fmla="*/ 98482 w 253350"/>
              <a:gd name="connsiteY14" fmla="*/ 19456 h 155643"/>
              <a:gd name="connsiteX15" fmla="*/ 83890 w 253350"/>
              <a:gd name="connsiteY15" fmla="*/ 9728 h 155643"/>
              <a:gd name="connsiteX16" fmla="*/ 54707 w 253350"/>
              <a:gd name="connsiteY16" fmla="*/ 0 h 155643"/>
              <a:gd name="connsiteX17" fmla="*/ 25524 w 253350"/>
              <a:gd name="connsiteY17" fmla="*/ 9728 h 155643"/>
              <a:gd name="connsiteX18" fmla="*/ 15796 w 253350"/>
              <a:gd name="connsiteY18" fmla="*/ 38911 h 155643"/>
              <a:gd name="connsiteX19" fmla="*/ 10933 w 253350"/>
              <a:gd name="connsiteY19" fmla="*/ 107005 h 155643"/>
              <a:gd name="connsiteX20" fmla="*/ 6069 w 253350"/>
              <a:gd name="connsiteY20" fmla="*/ 131324 h 155643"/>
              <a:gd name="connsiteX21" fmla="*/ 1205 w 253350"/>
              <a:gd name="connsiteY21" fmla="*/ 155643 h 155643"/>
              <a:gd name="connsiteX0" fmla="*/ 1205 w 253902"/>
              <a:gd name="connsiteY0" fmla="*/ 155643 h 155643"/>
              <a:gd name="connsiteX1" fmla="*/ 1205 w 253902"/>
              <a:gd name="connsiteY1" fmla="*/ 155643 h 155643"/>
              <a:gd name="connsiteX2" fmla="*/ 49843 w 253902"/>
              <a:gd name="connsiteY2" fmla="*/ 150779 h 155643"/>
              <a:gd name="connsiteX3" fmla="*/ 69299 w 253902"/>
              <a:gd name="connsiteY3" fmla="*/ 141052 h 155643"/>
              <a:gd name="connsiteX4" fmla="*/ 103345 w 253902"/>
              <a:gd name="connsiteY4" fmla="*/ 126460 h 155643"/>
              <a:gd name="connsiteX5" fmla="*/ 117937 w 253902"/>
              <a:gd name="connsiteY5" fmla="*/ 116732 h 155643"/>
              <a:gd name="connsiteX6" fmla="*/ 147120 w 253902"/>
              <a:gd name="connsiteY6" fmla="*/ 107005 h 155643"/>
              <a:gd name="connsiteX7" fmla="*/ 161711 w 253902"/>
              <a:gd name="connsiteY7" fmla="*/ 102141 h 155643"/>
              <a:gd name="connsiteX8" fmla="*/ 195758 w 253902"/>
              <a:gd name="connsiteY8" fmla="*/ 82686 h 155643"/>
              <a:gd name="connsiteX9" fmla="*/ 226917 w 253902"/>
              <a:gd name="connsiteY9" fmla="*/ 72755 h 155643"/>
              <a:gd name="connsiteX10" fmla="*/ 253313 w 253902"/>
              <a:gd name="connsiteY10" fmla="*/ 48639 h 155643"/>
              <a:gd name="connsiteX11" fmla="*/ 200622 w 253902"/>
              <a:gd name="connsiteY11" fmla="*/ 43775 h 155643"/>
              <a:gd name="connsiteX12" fmla="*/ 161711 w 253902"/>
              <a:gd name="connsiteY12" fmla="*/ 38911 h 155643"/>
              <a:gd name="connsiteX13" fmla="*/ 132528 w 253902"/>
              <a:gd name="connsiteY13" fmla="*/ 29183 h 155643"/>
              <a:gd name="connsiteX14" fmla="*/ 98482 w 253902"/>
              <a:gd name="connsiteY14" fmla="*/ 19456 h 155643"/>
              <a:gd name="connsiteX15" fmla="*/ 83890 w 253902"/>
              <a:gd name="connsiteY15" fmla="*/ 9728 h 155643"/>
              <a:gd name="connsiteX16" fmla="*/ 54707 w 253902"/>
              <a:gd name="connsiteY16" fmla="*/ 0 h 155643"/>
              <a:gd name="connsiteX17" fmla="*/ 25524 w 253902"/>
              <a:gd name="connsiteY17" fmla="*/ 9728 h 155643"/>
              <a:gd name="connsiteX18" fmla="*/ 15796 w 253902"/>
              <a:gd name="connsiteY18" fmla="*/ 38911 h 155643"/>
              <a:gd name="connsiteX19" fmla="*/ 10933 w 253902"/>
              <a:gd name="connsiteY19" fmla="*/ 107005 h 155643"/>
              <a:gd name="connsiteX20" fmla="*/ 6069 w 253902"/>
              <a:gd name="connsiteY20" fmla="*/ 131324 h 155643"/>
              <a:gd name="connsiteX21" fmla="*/ 1205 w 253902"/>
              <a:gd name="connsiteY21" fmla="*/ 155643 h 155643"/>
              <a:gd name="connsiteX0" fmla="*/ 1205 w 253902"/>
              <a:gd name="connsiteY0" fmla="*/ 155868 h 155868"/>
              <a:gd name="connsiteX1" fmla="*/ 1205 w 253902"/>
              <a:gd name="connsiteY1" fmla="*/ 155868 h 155868"/>
              <a:gd name="connsiteX2" fmla="*/ 49843 w 253902"/>
              <a:gd name="connsiteY2" fmla="*/ 151004 h 155868"/>
              <a:gd name="connsiteX3" fmla="*/ 69299 w 253902"/>
              <a:gd name="connsiteY3" fmla="*/ 141277 h 155868"/>
              <a:gd name="connsiteX4" fmla="*/ 103345 w 253902"/>
              <a:gd name="connsiteY4" fmla="*/ 126685 h 155868"/>
              <a:gd name="connsiteX5" fmla="*/ 117937 w 253902"/>
              <a:gd name="connsiteY5" fmla="*/ 116957 h 155868"/>
              <a:gd name="connsiteX6" fmla="*/ 147120 w 253902"/>
              <a:gd name="connsiteY6" fmla="*/ 107230 h 155868"/>
              <a:gd name="connsiteX7" fmla="*/ 161711 w 253902"/>
              <a:gd name="connsiteY7" fmla="*/ 102366 h 155868"/>
              <a:gd name="connsiteX8" fmla="*/ 195758 w 253902"/>
              <a:gd name="connsiteY8" fmla="*/ 82911 h 155868"/>
              <a:gd name="connsiteX9" fmla="*/ 226917 w 253902"/>
              <a:gd name="connsiteY9" fmla="*/ 72980 h 155868"/>
              <a:gd name="connsiteX10" fmla="*/ 253313 w 253902"/>
              <a:gd name="connsiteY10" fmla="*/ 48864 h 155868"/>
              <a:gd name="connsiteX11" fmla="*/ 200622 w 253902"/>
              <a:gd name="connsiteY11" fmla="*/ 44000 h 155868"/>
              <a:gd name="connsiteX12" fmla="*/ 161711 w 253902"/>
              <a:gd name="connsiteY12" fmla="*/ 39136 h 155868"/>
              <a:gd name="connsiteX13" fmla="*/ 132528 w 253902"/>
              <a:gd name="connsiteY13" fmla="*/ 29408 h 155868"/>
              <a:gd name="connsiteX14" fmla="*/ 98482 w 253902"/>
              <a:gd name="connsiteY14" fmla="*/ 19681 h 155868"/>
              <a:gd name="connsiteX15" fmla="*/ 83890 w 253902"/>
              <a:gd name="connsiteY15" fmla="*/ 9953 h 155868"/>
              <a:gd name="connsiteX16" fmla="*/ 54707 w 253902"/>
              <a:gd name="connsiteY16" fmla="*/ 225 h 155868"/>
              <a:gd name="connsiteX17" fmla="*/ 35049 w 253902"/>
              <a:gd name="connsiteY17" fmla="*/ 19478 h 155868"/>
              <a:gd name="connsiteX18" fmla="*/ 15796 w 253902"/>
              <a:gd name="connsiteY18" fmla="*/ 39136 h 155868"/>
              <a:gd name="connsiteX19" fmla="*/ 10933 w 253902"/>
              <a:gd name="connsiteY19" fmla="*/ 107230 h 155868"/>
              <a:gd name="connsiteX20" fmla="*/ 6069 w 253902"/>
              <a:gd name="connsiteY20" fmla="*/ 131549 h 155868"/>
              <a:gd name="connsiteX21" fmla="*/ 1205 w 253902"/>
              <a:gd name="connsiteY21" fmla="*/ 155868 h 155868"/>
              <a:gd name="connsiteX0" fmla="*/ 1205 w 253902"/>
              <a:gd name="connsiteY0" fmla="*/ 155868 h 155868"/>
              <a:gd name="connsiteX1" fmla="*/ 1205 w 253902"/>
              <a:gd name="connsiteY1" fmla="*/ 155868 h 155868"/>
              <a:gd name="connsiteX2" fmla="*/ 49843 w 253902"/>
              <a:gd name="connsiteY2" fmla="*/ 151004 h 155868"/>
              <a:gd name="connsiteX3" fmla="*/ 69299 w 253902"/>
              <a:gd name="connsiteY3" fmla="*/ 141277 h 155868"/>
              <a:gd name="connsiteX4" fmla="*/ 103345 w 253902"/>
              <a:gd name="connsiteY4" fmla="*/ 126685 h 155868"/>
              <a:gd name="connsiteX5" fmla="*/ 117937 w 253902"/>
              <a:gd name="connsiteY5" fmla="*/ 116957 h 155868"/>
              <a:gd name="connsiteX6" fmla="*/ 147120 w 253902"/>
              <a:gd name="connsiteY6" fmla="*/ 107230 h 155868"/>
              <a:gd name="connsiteX7" fmla="*/ 161711 w 253902"/>
              <a:gd name="connsiteY7" fmla="*/ 102366 h 155868"/>
              <a:gd name="connsiteX8" fmla="*/ 195758 w 253902"/>
              <a:gd name="connsiteY8" fmla="*/ 82911 h 155868"/>
              <a:gd name="connsiteX9" fmla="*/ 226917 w 253902"/>
              <a:gd name="connsiteY9" fmla="*/ 72980 h 155868"/>
              <a:gd name="connsiteX10" fmla="*/ 253313 w 253902"/>
              <a:gd name="connsiteY10" fmla="*/ 48864 h 155868"/>
              <a:gd name="connsiteX11" fmla="*/ 200622 w 253902"/>
              <a:gd name="connsiteY11" fmla="*/ 44000 h 155868"/>
              <a:gd name="connsiteX12" fmla="*/ 161711 w 253902"/>
              <a:gd name="connsiteY12" fmla="*/ 39136 h 155868"/>
              <a:gd name="connsiteX13" fmla="*/ 132528 w 253902"/>
              <a:gd name="connsiteY13" fmla="*/ 29408 h 155868"/>
              <a:gd name="connsiteX14" fmla="*/ 98482 w 253902"/>
              <a:gd name="connsiteY14" fmla="*/ 19681 h 155868"/>
              <a:gd name="connsiteX15" fmla="*/ 83890 w 253902"/>
              <a:gd name="connsiteY15" fmla="*/ 9953 h 155868"/>
              <a:gd name="connsiteX16" fmla="*/ 54707 w 253902"/>
              <a:gd name="connsiteY16" fmla="*/ 225 h 155868"/>
              <a:gd name="connsiteX17" fmla="*/ 35049 w 253902"/>
              <a:gd name="connsiteY17" fmla="*/ 19478 h 155868"/>
              <a:gd name="connsiteX18" fmla="*/ 25321 w 253902"/>
              <a:gd name="connsiteY18" fmla="*/ 46279 h 155868"/>
              <a:gd name="connsiteX19" fmla="*/ 10933 w 253902"/>
              <a:gd name="connsiteY19" fmla="*/ 107230 h 155868"/>
              <a:gd name="connsiteX20" fmla="*/ 6069 w 253902"/>
              <a:gd name="connsiteY20" fmla="*/ 131549 h 155868"/>
              <a:gd name="connsiteX21" fmla="*/ 1205 w 253902"/>
              <a:gd name="connsiteY21" fmla="*/ 155868 h 155868"/>
              <a:gd name="connsiteX0" fmla="*/ 1205 w 253902"/>
              <a:gd name="connsiteY0" fmla="*/ 162911 h 162911"/>
              <a:gd name="connsiteX1" fmla="*/ 1205 w 253902"/>
              <a:gd name="connsiteY1" fmla="*/ 162911 h 162911"/>
              <a:gd name="connsiteX2" fmla="*/ 49843 w 253902"/>
              <a:gd name="connsiteY2" fmla="*/ 158047 h 162911"/>
              <a:gd name="connsiteX3" fmla="*/ 69299 w 253902"/>
              <a:gd name="connsiteY3" fmla="*/ 148320 h 162911"/>
              <a:gd name="connsiteX4" fmla="*/ 103345 w 253902"/>
              <a:gd name="connsiteY4" fmla="*/ 133728 h 162911"/>
              <a:gd name="connsiteX5" fmla="*/ 117937 w 253902"/>
              <a:gd name="connsiteY5" fmla="*/ 124000 h 162911"/>
              <a:gd name="connsiteX6" fmla="*/ 147120 w 253902"/>
              <a:gd name="connsiteY6" fmla="*/ 114273 h 162911"/>
              <a:gd name="connsiteX7" fmla="*/ 161711 w 253902"/>
              <a:gd name="connsiteY7" fmla="*/ 109409 h 162911"/>
              <a:gd name="connsiteX8" fmla="*/ 195758 w 253902"/>
              <a:gd name="connsiteY8" fmla="*/ 89954 h 162911"/>
              <a:gd name="connsiteX9" fmla="*/ 226917 w 253902"/>
              <a:gd name="connsiteY9" fmla="*/ 80023 h 162911"/>
              <a:gd name="connsiteX10" fmla="*/ 253313 w 253902"/>
              <a:gd name="connsiteY10" fmla="*/ 55907 h 162911"/>
              <a:gd name="connsiteX11" fmla="*/ 200622 w 253902"/>
              <a:gd name="connsiteY11" fmla="*/ 51043 h 162911"/>
              <a:gd name="connsiteX12" fmla="*/ 161711 w 253902"/>
              <a:gd name="connsiteY12" fmla="*/ 46179 h 162911"/>
              <a:gd name="connsiteX13" fmla="*/ 132528 w 253902"/>
              <a:gd name="connsiteY13" fmla="*/ 36451 h 162911"/>
              <a:gd name="connsiteX14" fmla="*/ 98482 w 253902"/>
              <a:gd name="connsiteY14" fmla="*/ 26724 h 162911"/>
              <a:gd name="connsiteX15" fmla="*/ 83890 w 253902"/>
              <a:gd name="connsiteY15" fmla="*/ 16996 h 162911"/>
              <a:gd name="connsiteX16" fmla="*/ 45182 w 253902"/>
              <a:gd name="connsiteY16" fmla="*/ 124 h 162911"/>
              <a:gd name="connsiteX17" fmla="*/ 35049 w 253902"/>
              <a:gd name="connsiteY17" fmla="*/ 26521 h 162911"/>
              <a:gd name="connsiteX18" fmla="*/ 25321 w 253902"/>
              <a:gd name="connsiteY18" fmla="*/ 53322 h 162911"/>
              <a:gd name="connsiteX19" fmla="*/ 10933 w 253902"/>
              <a:gd name="connsiteY19" fmla="*/ 114273 h 162911"/>
              <a:gd name="connsiteX20" fmla="*/ 6069 w 253902"/>
              <a:gd name="connsiteY20" fmla="*/ 138592 h 162911"/>
              <a:gd name="connsiteX21" fmla="*/ 1205 w 253902"/>
              <a:gd name="connsiteY21" fmla="*/ 162911 h 162911"/>
              <a:gd name="connsiteX0" fmla="*/ 1205 w 253902"/>
              <a:gd name="connsiteY0" fmla="*/ 162851 h 162851"/>
              <a:gd name="connsiteX1" fmla="*/ 1205 w 253902"/>
              <a:gd name="connsiteY1" fmla="*/ 162851 h 162851"/>
              <a:gd name="connsiteX2" fmla="*/ 49843 w 253902"/>
              <a:gd name="connsiteY2" fmla="*/ 157987 h 162851"/>
              <a:gd name="connsiteX3" fmla="*/ 69299 w 253902"/>
              <a:gd name="connsiteY3" fmla="*/ 148260 h 162851"/>
              <a:gd name="connsiteX4" fmla="*/ 103345 w 253902"/>
              <a:gd name="connsiteY4" fmla="*/ 133668 h 162851"/>
              <a:gd name="connsiteX5" fmla="*/ 117937 w 253902"/>
              <a:gd name="connsiteY5" fmla="*/ 123940 h 162851"/>
              <a:gd name="connsiteX6" fmla="*/ 147120 w 253902"/>
              <a:gd name="connsiteY6" fmla="*/ 114213 h 162851"/>
              <a:gd name="connsiteX7" fmla="*/ 161711 w 253902"/>
              <a:gd name="connsiteY7" fmla="*/ 109349 h 162851"/>
              <a:gd name="connsiteX8" fmla="*/ 195758 w 253902"/>
              <a:gd name="connsiteY8" fmla="*/ 89894 h 162851"/>
              <a:gd name="connsiteX9" fmla="*/ 226917 w 253902"/>
              <a:gd name="connsiteY9" fmla="*/ 79963 h 162851"/>
              <a:gd name="connsiteX10" fmla="*/ 253313 w 253902"/>
              <a:gd name="connsiteY10" fmla="*/ 55847 h 162851"/>
              <a:gd name="connsiteX11" fmla="*/ 200622 w 253902"/>
              <a:gd name="connsiteY11" fmla="*/ 50983 h 162851"/>
              <a:gd name="connsiteX12" fmla="*/ 161711 w 253902"/>
              <a:gd name="connsiteY12" fmla="*/ 46119 h 162851"/>
              <a:gd name="connsiteX13" fmla="*/ 132528 w 253902"/>
              <a:gd name="connsiteY13" fmla="*/ 36391 h 162851"/>
              <a:gd name="connsiteX14" fmla="*/ 98482 w 253902"/>
              <a:gd name="connsiteY14" fmla="*/ 26664 h 162851"/>
              <a:gd name="connsiteX15" fmla="*/ 69603 w 253902"/>
              <a:gd name="connsiteY15" fmla="*/ 19318 h 162851"/>
              <a:gd name="connsiteX16" fmla="*/ 45182 w 253902"/>
              <a:gd name="connsiteY16" fmla="*/ 64 h 162851"/>
              <a:gd name="connsiteX17" fmla="*/ 35049 w 253902"/>
              <a:gd name="connsiteY17" fmla="*/ 26461 h 162851"/>
              <a:gd name="connsiteX18" fmla="*/ 25321 w 253902"/>
              <a:gd name="connsiteY18" fmla="*/ 53262 h 162851"/>
              <a:gd name="connsiteX19" fmla="*/ 10933 w 253902"/>
              <a:gd name="connsiteY19" fmla="*/ 114213 h 162851"/>
              <a:gd name="connsiteX20" fmla="*/ 6069 w 253902"/>
              <a:gd name="connsiteY20" fmla="*/ 138532 h 162851"/>
              <a:gd name="connsiteX21" fmla="*/ 1205 w 253902"/>
              <a:gd name="connsiteY21" fmla="*/ 162851 h 162851"/>
              <a:gd name="connsiteX0" fmla="*/ 1205 w 253902"/>
              <a:gd name="connsiteY0" fmla="*/ 162851 h 162851"/>
              <a:gd name="connsiteX1" fmla="*/ 1205 w 253902"/>
              <a:gd name="connsiteY1" fmla="*/ 162851 h 162851"/>
              <a:gd name="connsiteX2" fmla="*/ 49843 w 253902"/>
              <a:gd name="connsiteY2" fmla="*/ 157987 h 162851"/>
              <a:gd name="connsiteX3" fmla="*/ 69299 w 253902"/>
              <a:gd name="connsiteY3" fmla="*/ 148260 h 162851"/>
              <a:gd name="connsiteX4" fmla="*/ 103345 w 253902"/>
              <a:gd name="connsiteY4" fmla="*/ 133668 h 162851"/>
              <a:gd name="connsiteX5" fmla="*/ 117937 w 253902"/>
              <a:gd name="connsiteY5" fmla="*/ 123940 h 162851"/>
              <a:gd name="connsiteX6" fmla="*/ 147120 w 253902"/>
              <a:gd name="connsiteY6" fmla="*/ 114213 h 162851"/>
              <a:gd name="connsiteX7" fmla="*/ 161711 w 253902"/>
              <a:gd name="connsiteY7" fmla="*/ 109349 h 162851"/>
              <a:gd name="connsiteX8" fmla="*/ 195758 w 253902"/>
              <a:gd name="connsiteY8" fmla="*/ 89894 h 162851"/>
              <a:gd name="connsiteX9" fmla="*/ 226917 w 253902"/>
              <a:gd name="connsiteY9" fmla="*/ 79963 h 162851"/>
              <a:gd name="connsiteX10" fmla="*/ 253313 w 253902"/>
              <a:gd name="connsiteY10" fmla="*/ 55847 h 162851"/>
              <a:gd name="connsiteX11" fmla="*/ 200622 w 253902"/>
              <a:gd name="connsiteY11" fmla="*/ 50983 h 162851"/>
              <a:gd name="connsiteX12" fmla="*/ 161711 w 253902"/>
              <a:gd name="connsiteY12" fmla="*/ 46119 h 162851"/>
              <a:gd name="connsiteX13" fmla="*/ 125385 w 253902"/>
              <a:gd name="connsiteY13" fmla="*/ 41153 h 162851"/>
              <a:gd name="connsiteX14" fmla="*/ 98482 w 253902"/>
              <a:gd name="connsiteY14" fmla="*/ 26664 h 162851"/>
              <a:gd name="connsiteX15" fmla="*/ 69603 w 253902"/>
              <a:gd name="connsiteY15" fmla="*/ 19318 h 162851"/>
              <a:gd name="connsiteX16" fmla="*/ 45182 w 253902"/>
              <a:gd name="connsiteY16" fmla="*/ 64 h 162851"/>
              <a:gd name="connsiteX17" fmla="*/ 35049 w 253902"/>
              <a:gd name="connsiteY17" fmla="*/ 26461 h 162851"/>
              <a:gd name="connsiteX18" fmla="*/ 25321 w 253902"/>
              <a:gd name="connsiteY18" fmla="*/ 53262 h 162851"/>
              <a:gd name="connsiteX19" fmla="*/ 10933 w 253902"/>
              <a:gd name="connsiteY19" fmla="*/ 114213 h 162851"/>
              <a:gd name="connsiteX20" fmla="*/ 6069 w 253902"/>
              <a:gd name="connsiteY20" fmla="*/ 138532 h 162851"/>
              <a:gd name="connsiteX21" fmla="*/ 1205 w 253902"/>
              <a:gd name="connsiteY21" fmla="*/ 162851 h 162851"/>
              <a:gd name="connsiteX0" fmla="*/ 1205 w 253902"/>
              <a:gd name="connsiteY0" fmla="*/ 162851 h 162851"/>
              <a:gd name="connsiteX1" fmla="*/ 1205 w 253902"/>
              <a:gd name="connsiteY1" fmla="*/ 162851 h 162851"/>
              <a:gd name="connsiteX2" fmla="*/ 49843 w 253902"/>
              <a:gd name="connsiteY2" fmla="*/ 157987 h 162851"/>
              <a:gd name="connsiteX3" fmla="*/ 69299 w 253902"/>
              <a:gd name="connsiteY3" fmla="*/ 148260 h 162851"/>
              <a:gd name="connsiteX4" fmla="*/ 103345 w 253902"/>
              <a:gd name="connsiteY4" fmla="*/ 133668 h 162851"/>
              <a:gd name="connsiteX5" fmla="*/ 117937 w 253902"/>
              <a:gd name="connsiteY5" fmla="*/ 123940 h 162851"/>
              <a:gd name="connsiteX6" fmla="*/ 147120 w 253902"/>
              <a:gd name="connsiteY6" fmla="*/ 114213 h 162851"/>
              <a:gd name="connsiteX7" fmla="*/ 161711 w 253902"/>
              <a:gd name="connsiteY7" fmla="*/ 109349 h 162851"/>
              <a:gd name="connsiteX8" fmla="*/ 195758 w 253902"/>
              <a:gd name="connsiteY8" fmla="*/ 89894 h 162851"/>
              <a:gd name="connsiteX9" fmla="*/ 226917 w 253902"/>
              <a:gd name="connsiteY9" fmla="*/ 79963 h 162851"/>
              <a:gd name="connsiteX10" fmla="*/ 253313 w 253902"/>
              <a:gd name="connsiteY10" fmla="*/ 55847 h 162851"/>
              <a:gd name="connsiteX11" fmla="*/ 200622 w 253902"/>
              <a:gd name="connsiteY11" fmla="*/ 50983 h 162851"/>
              <a:gd name="connsiteX12" fmla="*/ 161711 w 253902"/>
              <a:gd name="connsiteY12" fmla="*/ 46119 h 162851"/>
              <a:gd name="connsiteX13" fmla="*/ 132529 w 253902"/>
              <a:gd name="connsiteY13" fmla="*/ 41153 h 162851"/>
              <a:gd name="connsiteX14" fmla="*/ 98482 w 253902"/>
              <a:gd name="connsiteY14" fmla="*/ 26664 h 162851"/>
              <a:gd name="connsiteX15" fmla="*/ 69603 w 253902"/>
              <a:gd name="connsiteY15" fmla="*/ 19318 h 162851"/>
              <a:gd name="connsiteX16" fmla="*/ 45182 w 253902"/>
              <a:gd name="connsiteY16" fmla="*/ 64 h 162851"/>
              <a:gd name="connsiteX17" fmla="*/ 35049 w 253902"/>
              <a:gd name="connsiteY17" fmla="*/ 26461 h 162851"/>
              <a:gd name="connsiteX18" fmla="*/ 25321 w 253902"/>
              <a:gd name="connsiteY18" fmla="*/ 53262 h 162851"/>
              <a:gd name="connsiteX19" fmla="*/ 10933 w 253902"/>
              <a:gd name="connsiteY19" fmla="*/ 114213 h 162851"/>
              <a:gd name="connsiteX20" fmla="*/ 6069 w 253902"/>
              <a:gd name="connsiteY20" fmla="*/ 138532 h 162851"/>
              <a:gd name="connsiteX21" fmla="*/ 1205 w 253902"/>
              <a:gd name="connsiteY21" fmla="*/ 162851 h 162851"/>
              <a:gd name="connsiteX0" fmla="*/ 1205 w 253902"/>
              <a:gd name="connsiteY0" fmla="*/ 162851 h 162851"/>
              <a:gd name="connsiteX1" fmla="*/ 1205 w 253902"/>
              <a:gd name="connsiteY1" fmla="*/ 162851 h 162851"/>
              <a:gd name="connsiteX2" fmla="*/ 49843 w 253902"/>
              <a:gd name="connsiteY2" fmla="*/ 157987 h 162851"/>
              <a:gd name="connsiteX3" fmla="*/ 69299 w 253902"/>
              <a:gd name="connsiteY3" fmla="*/ 148260 h 162851"/>
              <a:gd name="connsiteX4" fmla="*/ 103345 w 253902"/>
              <a:gd name="connsiteY4" fmla="*/ 133668 h 162851"/>
              <a:gd name="connsiteX5" fmla="*/ 117937 w 253902"/>
              <a:gd name="connsiteY5" fmla="*/ 123940 h 162851"/>
              <a:gd name="connsiteX6" fmla="*/ 147120 w 253902"/>
              <a:gd name="connsiteY6" fmla="*/ 114213 h 162851"/>
              <a:gd name="connsiteX7" fmla="*/ 161711 w 253902"/>
              <a:gd name="connsiteY7" fmla="*/ 109349 h 162851"/>
              <a:gd name="connsiteX8" fmla="*/ 195758 w 253902"/>
              <a:gd name="connsiteY8" fmla="*/ 89894 h 162851"/>
              <a:gd name="connsiteX9" fmla="*/ 226917 w 253902"/>
              <a:gd name="connsiteY9" fmla="*/ 79963 h 162851"/>
              <a:gd name="connsiteX10" fmla="*/ 253313 w 253902"/>
              <a:gd name="connsiteY10" fmla="*/ 55847 h 162851"/>
              <a:gd name="connsiteX11" fmla="*/ 200622 w 253902"/>
              <a:gd name="connsiteY11" fmla="*/ 50983 h 162851"/>
              <a:gd name="connsiteX12" fmla="*/ 161711 w 253902"/>
              <a:gd name="connsiteY12" fmla="*/ 46119 h 162851"/>
              <a:gd name="connsiteX13" fmla="*/ 132529 w 253902"/>
              <a:gd name="connsiteY13" fmla="*/ 41153 h 162851"/>
              <a:gd name="connsiteX14" fmla="*/ 98482 w 253902"/>
              <a:gd name="connsiteY14" fmla="*/ 26664 h 162851"/>
              <a:gd name="connsiteX15" fmla="*/ 69603 w 253902"/>
              <a:gd name="connsiteY15" fmla="*/ 19318 h 162851"/>
              <a:gd name="connsiteX16" fmla="*/ 45182 w 253902"/>
              <a:gd name="connsiteY16" fmla="*/ 64 h 162851"/>
              <a:gd name="connsiteX17" fmla="*/ 35049 w 253902"/>
              <a:gd name="connsiteY17" fmla="*/ 26461 h 162851"/>
              <a:gd name="connsiteX18" fmla="*/ 25321 w 253902"/>
              <a:gd name="connsiteY18" fmla="*/ 53262 h 162851"/>
              <a:gd name="connsiteX19" fmla="*/ 10933 w 253902"/>
              <a:gd name="connsiteY19" fmla="*/ 114213 h 162851"/>
              <a:gd name="connsiteX20" fmla="*/ 6069 w 253902"/>
              <a:gd name="connsiteY20" fmla="*/ 138532 h 162851"/>
              <a:gd name="connsiteX21" fmla="*/ 1205 w 253902"/>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48260 h 162851"/>
              <a:gd name="connsiteX4" fmla="*/ 103345 w 258583"/>
              <a:gd name="connsiteY4" fmla="*/ 133668 h 162851"/>
              <a:gd name="connsiteX5" fmla="*/ 117937 w 258583"/>
              <a:gd name="connsiteY5" fmla="*/ 123940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48260 h 162851"/>
              <a:gd name="connsiteX4" fmla="*/ 103345 w 258583"/>
              <a:gd name="connsiteY4" fmla="*/ 133668 h 162851"/>
              <a:gd name="connsiteX5" fmla="*/ 117937 w 258583"/>
              <a:gd name="connsiteY5" fmla="*/ 131084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48260 h 162851"/>
              <a:gd name="connsiteX4" fmla="*/ 103345 w 258583"/>
              <a:gd name="connsiteY4" fmla="*/ 140811 h 162851"/>
              <a:gd name="connsiteX5" fmla="*/ 117937 w 258583"/>
              <a:gd name="connsiteY5" fmla="*/ 131084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55404 h 162851"/>
              <a:gd name="connsiteX4" fmla="*/ 103345 w 258583"/>
              <a:gd name="connsiteY4" fmla="*/ 140811 h 162851"/>
              <a:gd name="connsiteX5" fmla="*/ 117937 w 258583"/>
              <a:gd name="connsiteY5" fmla="*/ 131084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55404 h 162851"/>
              <a:gd name="connsiteX4" fmla="*/ 103345 w 258583"/>
              <a:gd name="connsiteY4" fmla="*/ 140811 h 162851"/>
              <a:gd name="connsiteX5" fmla="*/ 122699 w 258583"/>
              <a:gd name="connsiteY5" fmla="*/ 138228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55404 h 162851"/>
              <a:gd name="connsiteX4" fmla="*/ 103345 w 258583"/>
              <a:gd name="connsiteY4" fmla="*/ 140811 h 162851"/>
              <a:gd name="connsiteX5" fmla="*/ 122699 w 258583"/>
              <a:gd name="connsiteY5" fmla="*/ 138228 h 162851"/>
              <a:gd name="connsiteX6" fmla="*/ 147120 w 258583"/>
              <a:gd name="connsiteY6" fmla="*/ 114213 h 162851"/>
              <a:gd name="connsiteX7" fmla="*/ 168855 w 258583"/>
              <a:gd name="connsiteY7" fmla="*/ 114111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55404 h 162851"/>
              <a:gd name="connsiteX4" fmla="*/ 103345 w 258583"/>
              <a:gd name="connsiteY4" fmla="*/ 140811 h 162851"/>
              <a:gd name="connsiteX5" fmla="*/ 122699 w 258583"/>
              <a:gd name="connsiteY5" fmla="*/ 138228 h 162851"/>
              <a:gd name="connsiteX6" fmla="*/ 147120 w 258583"/>
              <a:gd name="connsiteY6" fmla="*/ 126119 h 162851"/>
              <a:gd name="connsiteX7" fmla="*/ 168855 w 258583"/>
              <a:gd name="connsiteY7" fmla="*/ 114111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63"/>
              <a:gd name="connsiteY0" fmla="*/ 162851 h 162851"/>
              <a:gd name="connsiteX1" fmla="*/ 1205 w 258563"/>
              <a:gd name="connsiteY1" fmla="*/ 162851 h 162851"/>
              <a:gd name="connsiteX2" fmla="*/ 49843 w 258563"/>
              <a:gd name="connsiteY2" fmla="*/ 157987 h 162851"/>
              <a:gd name="connsiteX3" fmla="*/ 69299 w 258563"/>
              <a:gd name="connsiteY3" fmla="*/ 155404 h 162851"/>
              <a:gd name="connsiteX4" fmla="*/ 103345 w 258563"/>
              <a:gd name="connsiteY4" fmla="*/ 140811 h 162851"/>
              <a:gd name="connsiteX5" fmla="*/ 122699 w 258563"/>
              <a:gd name="connsiteY5" fmla="*/ 138228 h 162851"/>
              <a:gd name="connsiteX6" fmla="*/ 147120 w 258563"/>
              <a:gd name="connsiteY6" fmla="*/ 126119 h 162851"/>
              <a:gd name="connsiteX7" fmla="*/ 168855 w 258563"/>
              <a:gd name="connsiteY7" fmla="*/ 114111 h 162851"/>
              <a:gd name="connsiteX8" fmla="*/ 202901 w 258563"/>
              <a:gd name="connsiteY8" fmla="*/ 94657 h 162851"/>
              <a:gd name="connsiteX9" fmla="*/ 226917 w 258563"/>
              <a:gd name="connsiteY9" fmla="*/ 79963 h 162851"/>
              <a:gd name="connsiteX10" fmla="*/ 258076 w 258563"/>
              <a:gd name="connsiteY10" fmla="*/ 51085 h 162851"/>
              <a:gd name="connsiteX11" fmla="*/ 200622 w 258563"/>
              <a:gd name="connsiteY11" fmla="*/ 50983 h 162851"/>
              <a:gd name="connsiteX12" fmla="*/ 161711 w 258563"/>
              <a:gd name="connsiteY12" fmla="*/ 46119 h 162851"/>
              <a:gd name="connsiteX13" fmla="*/ 132529 w 258563"/>
              <a:gd name="connsiteY13" fmla="*/ 41153 h 162851"/>
              <a:gd name="connsiteX14" fmla="*/ 98482 w 258563"/>
              <a:gd name="connsiteY14" fmla="*/ 26664 h 162851"/>
              <a:gd name="connsiteX15" fmla="*/ 69603 w 258563"/>
              <a:gd name="connsiteY15" fmla="*/ 19318 h 162851"/>
              <a:gd name="connsiteX16" fmla="*/ 45182 w 258563"/>
              <a:gd name="connsiteY16" fmla="*/ 64 h 162851"/>
              <a:gd name="connsiteX17" fmla="*/ 35049 w 258563"/>
              <a:gd name="connsiteY17" fmla="*/ 26461 h 162851"/>
              <a:gd name="connsiteX18" fmla="*/ 25321 w 258563"/>
              <a:gd name="connsiteY18" fmla="*/ 53262 h 162851"/>
              <a:gd name="connsiteX19" fmla="*/ 10933 w 258563"/>
              <a:gd name="connsiteY19" fmla="*/ 114213 h 162851"/>
              <a:gd name="connsiteX20" fmla="*/ 6069 w 258563"/>
              <a:gd name="connsiteY20" fmla="*/ 138532 h 162851"/>
              <a:gd name="connsiteX21" fmla="*/ 1205 w 258563"/>
              <a:gd name="connsiteY21" fmla="*/ 162851 h 162851"/>
              <a:gd name="connsiteX0" fmla="*/ 1205 w 270347"/>
              <a:gd name="connsiteY0" fmla="*/ 162851 h 162851"/>
              <a:gd name="connsiteX1" fmla="*/ 1205 w 270347"/>
              <a:gd name="connsiteY1" fmla="*/ 162851 h 162851"/>
              <a:gd name="connsiteX2" fmla="*/ 49843 w 270347"/>
              <a:gd name="connsiteY2" fmla="*/ 157987 h 162851"/>
              <a:gd name="connsiteX3" fmla="*/ 69299 w 270347"/>
              <a:gd name="connsiteY3" fmla="*/ 155404 h 162851"/>
              <a:gd name="connsiteX4" fmla="*/ 103345 w 270347"/>
              <a:gd name="connsiteY4" fmla="*/ 140811 h 162851"/>
              <a:gd name="connsiteX5" fmla="*/ 122699 w 270347"/>
              <a:gd name="connsiteY5" fmla="*/ 138228 h 162851"/>
              <a:gd name="connsiteX6" fmla="*/ 147120 w 270347"/>
              <a:gd name="connsiteY6" fmla="*/ 126119 h 162851"/>
              <a:gd name="connsiteX7" fmla="*/ 168855 w 270347"/>
              <a:gd name="connsiteY7" fmla="*/ 114111 h 162851"/>
              <a:gd name="connsiteX8" fmla="*/ 202901 w 270347"/>
              <a:gd name="connsiteY8" fmla="*/ 94657 h 162851"/>
              <a:gd name="connsiteX9" fmla="*/ 226917 w 270347"/>
              <a:gd name="connsiteY9" fmla="*/ 79963 h 162851"/>
              <a:gd name="connsiteX10" fmla="*/ 269982 w 270347"/>
              <a:gd name="connsiteY10" fmla="*/ 48704 h 162851"/>
              <a:gd name="connsiteX11" fmla="*/ 200622 w 270347"/>
              <a:gd name="connsiteY11" fmla="*/ 50983 h 162851"/>
              <a:gd name="connsiteX12" fmla="*/ 161711 w 270347"/>
              <a:gd name="connsiteY12" fmla="*/ 46119 h 162851"/>
              <a:gd name="connsiteX13" fmla="*/ 132529 w 270347"/>
              <a:gd name="connsiteY13" fmla="*/ 41153 h 162851"/>
              <a:gd name="connsiteX14" fmla="*/ 98482 w 270347"/>
              <a:gd name="connsiteY14" fmla="*/ 26664 h 162851"/>
              <a:gd name="connsiteX15" fmla="*/ 69603 w 270347"/>
              <a:gd name="connsiteY15" fmla="*/ 19318 h 162851"/>
              <a:gd name="connsiteX16" fmla="*/ 45182 w 270347"/>
              <a:gd name="connsiteY16" fmla="*/ 64 h 162851"/>
              <a:gd name="connsiteX17" fmla="*/ 35049 w 270347"/>
              <a:gd name="connsiteY17" fmla="*/ 26461 h 162851"/>
              <a:gd name="connsiteX18" fmla="*/ 25321 w 270347"/>
              <a:gd name="connsiteY18" fmla="*/ 53262 h 162851"/>
              <a:gd name="connsiteX19" fmla="*/ 10933 w 270347"/>
              <a:gd name="connsiteY19" fmla="*/ 114213 h 162851"/>
              <a:gd name="connsiteX20" fmla="*/ 6069 w 270347"/>
              <a:gd name="connsiteY20" fmla="*/ 138532 h 162851"/>
              <a:gd name="connsiteX21" fmla="*/ 1205 w 270347"/>
              <a:gd name="connsiteY21" fmla="*/ 162851 h 162851"/>
              <a:gd name="connsiteX0" fmla="*/ 1205 w 270347"/>
              <a:gd name="connsiteY0" fmla="*/ 170830 h 170830"/>
              <a:gd name="connsiteX1" fmla="*/ 1205 w 270347"/>
              <a:gd name="connsiteY1" fmla="*/ 170830 h 170830"/>
              <a:gd name="connsiteX2" fmla="*/ 49843 w 270347"/>
              <a:gd name="connsiteY2" fmla="*/ 165966 h 170830"/>
              <a:gd name="connsiteX3" fmla="*/ 69299 w 270347"/>
              <a:gd name="connsiteY3" fmla="*/ 163383 h 170830"/>
              <a:gd name="connsiteX4" fmla="*/ 103345 w 270347"/>
              <a:gd name="connsiteY4" fmla="*/ 148790 h 170830"/>
              <a:gd name="connsiteX5" fmla="*/ 122699 w 270347"/>
              <a:gd name="connsiteY5" fmla="*/ 146207 h 170830"/>
              <a:gd name="connsiteX6" fmla="*/ 147120 w 270347"/>
              <a:gd name="connsiteY6" fmla="*/ 134098 h 170830"/>
              <a:gd name="connsiteX7" fmla="*/ 168855 w 270347"/>
              <a:gd name="connsiteY7" fmla="*/ 122090 h 170830"/>
              <a:gd name="connsiteX8" fmla="*/ 202901 w 270347"/>
              <a:gd name="connsiteY8" fmla="*/ 102636 h 170830"/>
              <a:gd name="connsiteX9" fmla="*/ 226917 w 270347"/>
              <a:gd name="connsiteY9" fmla="*/ 87942 h 170830"/>
              <a:gd name="connsiteX10" fmla="*/ 269982 w 270347"/>
              <a:gd name="connsiteY10" fmla="*/ 56683 h 170830"/>
              <a:gd name="connsiteX11" fmla="*/ 200622 w 270347"/>
              <a:gd name="connsiteY11" fmla="*/ 58962 h 170830"/>
              <a:gd name="connsiteX12" fmla="*/ 161711 w 270347"/>
              <a:gd name="connsiteY12" fmla="*/ 54098 h 170830"/>
              <a:gd name="connsiteX13" fmla="*/ 132529 w 270347"/>
              <a:gd name="connsiteY13" fmla="*/ 49132 h 170830"/>
              <a:gd name="connsiteX14" fmla="*/ 98482 w 270347"/>
              <a:gd name="connsiteY14" fmla="*/ 34643 h 170830"/>
              <a:gd name="connsiteX15" fmla="*/ 69603 w 270347"/>
              <a:gd name="connsiteY15" fmla="*/ 27297 h 170830"/>
              <a:gd name="connsiteX16" fmla="*/ 50514 w 270347"/>
              <a:gd name="connsiteY16" fmla="*/ 45 h 170830"/>
              <a:gd name="connsiteX17" fmla="*/ 35049 w 270347"/>
              <a:gd name="connsiteY17" fmla="*/ 34440 h 170830"/>
              <a:gd name="connsiteX18" fmla="*/ 25321 w 270347"/>
              <a:gd name="connsiteY18" fmla="*/ 61241 h 170830"/>
              <a:gd name="connsiteX19" fmla="*/ 10933 w 270347"/>
              <a:gd name="connsiteY19" fmla="*/ 122192 h 170830"/>
              <a:gd name="connsiteX20" fmla="*/ 6069 w 270347"/>
              <a:gd name="connsiteY20" fmla="*/ 146511 h 170830"/>
              <a:gd name="connsiteX21" fmla="*/ 1205 w 270347"/>
              <a:gd name="connsiteY21" fmla="*/ 170830 h 170830"/>
              <a:gd name="connsiteX0" fmla="*/ 1205 w 270347"/>
              <a:gd name="connsiteY0" fmla="*/ 171198 h 171198"/>
              <a:gd name="connsiteX1" fmla="*/ 1205 w 270347"/>
              <a:gd name="connsiteY1" fmla="*/ 171198 h 171198"/>
              <a:gd name="connsiteX2" fmla="*/ 49843 w 270347"/>
              <a:gd name="connsiteY2" fmla="*/ 166334 h 171198"/>
              <a:gd name="connsiteX3" fmla="*/ 69299 w 270347"/>
              <a:gd name="connsiteY3" fmla="*/ 163751 h 171198"/>
              <a:gd name="connsiteX4" fmla="*/ 103345 w 270347"/>
              <a:gd name="connsiteY4" fmla="*/ 149158 h 171198"/>
              <a:gd name="connsiteX5" fmla="*/ 122699 w 270347"/>
              <a:gd name="connsiteY5" fmla="*/ 146575 h 171198"/>
              <a:gd name="connsiteX6" fmla="*/ 147120 w 270347"/>
              <a:gd name="connsiteY6" fmla="*/ 134466 h 171198"/>
              <a:gd name="connsiteX7" fmla="*/ 168855 w 270347"/>
              <a:gd name="connsiteY7" fmla="*/ 122458 h 171198"/>
              <a:gd name="connsiteX8" fmla="*/ 202901 w 270347"/>
              <a:gd name="connsiteY8" fmla="*/ 103004 h 171198"/>
              <a:gd name="connsiteX9" fmla="*/ 226917 w 270347"/>
              <a:gd name="connsiteY9" fmla="*/ 88310 h 171198"/>
              <a:gd name="connsiteX10" fmla="*/ 269982 w 270347"/>
              <a:gd name="connsiteY10" fmla="*/ 57051 h 171198"/>
              <a:gd name="connsiteX11" fmla="*/ 200622 w 270347"/>
              <a:gd name="connsiteY11" fmla="*/ 59330 h 171198"/>
              <a:gd name="connsiteX12" fmla="*/ 161711 w 270347"/>
              <a:gd name="connsiteY12" fmla="*/ 54466 h 171198"/>
              <a:gd name="connsiteX13" fmla="*/ 132529 w 270347"/>
              <a:gd name="connsiteY13" fmla="*/ 49500 h 171198"/>
              <a:gd name="connsiteX14" fmla="*/ 98482 w 270347"/>
              <a:gd name="connsiteY14" fmla="*/ 35011 h 171198"/>
              <a:gd name="connsiteX15" fmla="*/ 85598 w 270347"/>
              <a:gd name="connsiteY15" fmla="*/ 17001 h 171198"/>
              <a:gd name="connsiteX16" fmla="*/ 50514 w 270347"/>
              <a:gd name="connsiteY16" fmla="*/ 413 h 171198"/>
              <a:gd name="connsiteX17" fmla="*/ 35049 w 270347"/>
              <a:gd name="connsiteY17" fmla="*/ 34808 h 171198"/>
              <a:gd name="connsiteX18" fmla="*/ 25321 w 270347"/>
              <a:gd name="connsiteY18" fmla="*/ 61609 h 171198"/>
              <a:gd name="connsiteX19" fmla="*/ 10933 w 270347"/>
              <a:gd name="connsiteY19" fmla="*/ 122560 h 171198"/>
              <a:gd name="connsiteX20" fmla="*/ 6069 w 270347"/>
              <a:gd name="connsiteY20" fmla="*/ 146879 h 171198"/>
              <a:gd name="connsiteX21" fmla="*/ 1205 w 270347"/>
              <a:gd name="connsiteY21" fmla="*/ 171198 h 171198"/>
              <a:gd name="connsiteX0" fmla="*/ 1205 w 270347"/>
              <a:gd name="connsiteY0" fmla="*/ 171198 h 171198"/>
              <a:gd name="connsiteX1" fmla="*/ 1205 w 270347"/>
              <a:gd name="connsiteY1" fmla="*/ 171198 h 171198"/>
              <a:gd name="connsiteX2" fmla="*/ 49843 w 270347"/>
              <a:gd name="connsiteY2" fmla="*/ 166334 h 171198"/>
              <a:gd name="connsiteX3" fmla="*/ 69299 w 270347"/>
              <a:gd name="connsiteY3" fmla="*/ 163751 h 171198"/>
              <a:gd name="connsiteX4" fmla="*/ 103345 w 270347"/>
              <a:gd name="connsiteY4" fmla="*/ 149158 h 171198"/>
              <a:gd name="connsiteX5" fmla="*/ 122699 w 270347"/>
              <a:gd name="connsiteY5" fmla="*/ 146575 h 171198"/>
              <a:gd name="connsiteX6" fmla="*/ 147120 w 270347"/>
              <a:gd name="connsiteY6" fmla="*/ 134466 h 171198"/>
              <a:gd name="connsiteX7" fmla="*/ 168855 w 270347"/>
              <a:gd name="connsiteY7" fmla="*/ 122458 h 171198"/>
              <a:gd name="connsiteX8" fmla="*/ 202901 w 270347"/>
              <a:gd name="connsiteY8" fmla="*/ 103004 h 171198"/>
              <a:gd name="connsiteX9" fmla="*/ 226917 w 270347"/>
              <a:gd name="connsiteY9" fmla="*/ 88310 h 171198"/>
              <a:gd name="connsiteX10" fmla="*/ 269982 w 270347"/>
              <a:gd name="connsiteY10" fmla="*/ 57051 h 171198"/>
              <a:gd name="connsiteX11" fmla="*/ 200622 w 270347"/>
              <a:gd name="connsiteY11" fmla="*/ 59330 h 171198"/>
              <a:gd name="connsiteX12" fmla="*/ 161711 w 270347"/>
              <a:gd name="connsiteY12" fmla="*/ 54466 h 171198"/>
              <a:gd name="connsiteX13" fmla="*/ 140527 w 270347"/>
              <a:gd name="connsiteY13" fmla="*/ 41502 h 171198"/>
              <a:gd name="connsiteX14" fmla="*/ 98482 w 270347"/>
              <a:gd name="connsiteY14" fmla="*/ 35011 h 171198"/>
              <a:gd name="connsiteX15" fmla="*/ 85598 w 270347"/>
              <a:gd name="connsiteY15" fmla="*/ 17001 h 171198"/>
              <a:gd name="connsiteX16" fmla="*/ 50514 w 270347"/>
              <a:gd name="connsiteY16" fmla="*/ 413 h 171198"/>
              <a:gd name="connsiteX17" fmla="*/ 35049 w 270347"/>
              <a:gd name="connsiteY17" fmla="*/ 34808 h 171198"/>
              <a:gd name="connsiteX18" fmla="*/ 25321 w 270347"/>
              <a:gd name="connsiteY18" fmla="*/ 61609 h 171198"/>
              <a:gd name="connsiteX19" fmla="*/ 10933 w 270347"/>
              <a:gd name="connsiteY19" fmla="*/ 122560 h 171198"/>
              <a:gd name="connsiteX20" fmla="*/ 6069 w 270347"/>
              <a:gd name="connsiteY20" fmla="*/ 146879 h 171198"/>
              <a:gd name="connsiteX21" fmla="*/ 1205 w 270347"/>
              <a:gd name="connsiteY21" fmla="*/ 171198 h 171198"/>
              <a:gd name="connsiteX0" fmla="*/ 1205 w 270347"/>
              <a:gd name="connsiteY0" fmla="*/ 171168 h 171168"/>
              <a:gd name="connsiteX1" fmla="*/ 1205 w 270347"/>
              <a:gd name="connsiteY1" fmla="*/ 171168 h 171168"/>
              <a:gd name="connsiteX2" fmla="*/ 49843 w 270347"/>
              <a:gd name="connsiteY2" fmla="*/ 166304 h 171168"/>
              <a:gd name="connsiteX3" fmla="*/ 69299 w 270347"/>
              <a:gd name="connsiteY3" fmla="*/ 163721 h 171168"/>
              <a:gd name="connsiteX4" fmla="*/ 103345 w 270347"/>
              <a:gd name="connsiteY4" fmla="*/ 149128 h 171168"/>
              <a:gd name="connsiteX5" fmla="*/ 122699 w 270347"/>
              <a:gd name="connsiteY5" fmla="*/ 146545 h 171168"/>
              <a:gd name="connsiteX6" fmla="*/ 147120 w 270347"/>
              <a:gd name="connsiteY6" fmla="*/ 134436 h 171168"/>
              <a:gd name="connsiteX7" fmla="*/ 168855 w 270347"/>
              <a:gd name="connsiteY7" fmla="*/ 122428 h 171168"/>
              <a:gd name="connsiteX8" fmla="*/ 202901 w 270347"/>
              <a:gd name="connsiteY8" fmla="*/ 102974 h 171168"/>
              <a:gd name="connsiteX9" fmla="*/ 226917 w 270347"/>
              <a:gd name="connsiteY9" fmla="*/ 88280 h 171168"/>
              <a:gd name="connsiteX10" fmla="*/ 269982 w 270347"/>
              <a:gd name="connsiteY10" fmla="*/ 57021 h 171168"/>
              <a:gd name="connsiteX11" fmla="*/ 200622 w 270347"/>
              <a:gd name="connsiteY11" fmla="*/ 59300 h 171168"/>
              <a:gd name="connsiteX12" fmla="*/ 161711 w 270347"/>
              <a:gd name="connsiteY12" fmla="*/ 54436 h 171168"/>
              <a:gd name="connsiteX13" fmla="*/ 140527 w 270347"/>
              <a:gd name="connsiteY13" fmla="*/ 41472 h 171168"/>
              <a:gd name="connsiteX14" fmla="*/ 106480 w 270347"/>
              <a:gd name="connsiteY14" fmla="*/ 26984 h 171168"/>
              <a:gd name="connsiteX15" fmla="*/ 85598 w 270347"/>
              <a:gd name="connsiteY15" fmla="*/ 16971 h 171168"/>
              <a:gd name="connsiteX16" fmla="*/ 50514 w 270347"/>
              <a:gd name="connsiteY16" fmla="*/ 383 h 171168"/>
              <a:gd name="connsiteX17" fmla="*/ 35049 w 270347"/>
              <a:gd name="connsiteY17" fmla="*/ 34778 h 171168"/>
              <a:gd name="connsiteX18" fmla="*/ 25321 w 270347"/>
              <a:gd name="connsiteY18" fmla="*/ 61579 h 171168"/>
              <a:gd name="connsiteX19" fmla="*/ 10933 w 270347"/>
              <a:gd name="connsiteY19" fmla="*/ 122530 h 171168"/>
              <a:gd name="connsiteX20" fmla="*/ 6069 w 270347"/>
              <a:gd name="connsiteY20" fmla="*/ 146849 h 171168"/>
              <a:gd name="connsiteX21" fmla="*/ 1205 w 270347"/>
              <a:gd name="connsiteY21" fmla="*/ 171168 h 171168"/>
              <a:gd name="connsiteX0" fmla="*/ 1205 w 270347"/>
              <a:gd name="connsiteY0" fmla="*/ 171168 h 171168"/>
              <a:gd name="connsiteX1" fmla="*/ 1205 w 270347"/>
              <a:gd name="connsiteY1" fmla="*/ 171168 h 171168"/>
              <a:gd name="connsiteX2" fmla="*/ 49843 w 270347"/>
              <a:gd name="connsiteY2" fmla="*/ 166304 h 171168"/>
              <a:gd name="connsiteX3" fmla="*/ 69299 w 270347"/>
              <a:gd name="connsiteY3" fmla="*/ 163721 h 171168"/>
              <a:gd name="connsiteX4" fmla="*/ 103345 w 270347"/>
              <a:gd name="connsiteY4" fmla="*/ 149128 h 171168"/>
              <a:gd name="connsiteX5" fmla="*/ 122699 w 270347"/>
              <a:gd name="connsiteY5" fmla="*/ 146545 h 171168"/>
              <a:gd name="connsiteX6" fmla="*/ 147120 w 270347"/>
              <a:gd name="connsiteY6" fmla="*/ 134436 h 171168"/>
              <a:gd name="connsiteX7" fmla="*/ 168855 w 270347"/>
              <a:gd name="connsiteY7" fmla="*/ 122428 h 171168"/>
              <a:gd name="connsiteX8" fmla="*/ 202901 w 270347"/>
              <a:gd name="connsiteY8" fmla="*/ 102974 h 171168"/>
              <a:gd name="connsiteX9" fmla="*/ 226917 w 270347"/>
              <a:gd name="connsiteY9" fmla="*/ 88280 h 171168"/>
              <a:gd name="connsiteX10" fmla="*/ 269982 w 270347"/>
              <a:gd name="connsiteY10" fmla="*/ 57021 h 171168"/>
              <a:gd name="connsiteX11" fmla="*/ 200622 w 270347"/>
              <a:gd name="connsiteY11" fmla="*/ 59300 h 171168"/>
              <a:gd name="connsiteX12" fmla="*/ 172375 w 270347"/>
              <a:gd name="connsiteY12" fmla="*/ 51770 h 171168"/>
              <a:gd name="connsiteX13" fmla="*/ 140527 w 270347"/>
              <a:gd name="connsiteY13" fmla="*/ 41472 h 171168"/>
              <a:gd name="connsiteX14" fmla="*/ 106480 w 270347"/>
              <a:gd name="connsiteY14" fmla="*/ 26984 h 171168"/>
              <a:gd name="connsiteX15" fmla="*/ 85598 w 270347"/>
              <a:gd name="connsiteY15" fmla="*/ 16971 h 171168"/>
              <a:gd name="connsiteX16" fmla="*/ 50514 w 270347"/>
              <a:gd name="connsiteY16" fmla="*/ 383 h 171168"/>
              <a:gd name="connsiteX17" fmla="*/ 35049 w 270347"/>
              <a:gd name="connsiteY17" fmla="*/ 34778 h 171168"/>
              <a:gd name="connsiteX18" fmla="*/ 25321 w 270347"/>
              <a:gd name="connsiteY18" fmla="*/ 61579 h 171168"/>
              <a:gd name="connsiteX19" fmla="*/ 10933 w 270347"/>
              <a:gd name="connsiteY19" fmla="*/ 122530 h 171168"/>
              <a:gd name="connsiteX20" fmla="*/ 6069 w 270347"/>
              <a:gd name="connsiteY20" fmla="*/ 146849 h 171168"/>
              <a:gd name="connsiteX21" fmla="*/ 1205 w 270347"/>
              <a:gd name="connsiteY21" fmla="*/ 171168 h 171168"/>
              <a:gd name="connsiteX0" fmla="*/ 1205 w 270080"/>
              <a:gd name="connsiteY0" fmla="*/ 171168 h 171168"/>
              <a:gd name="connsiteX1" fmla="*/ 1205 w 270080"/>
              <a:gd name="connsiteY1" fmla="*/ 171168 h 171168"/>
              <a:gd name="connsiteX2" fmla="*/ 49843 w 270080"/>
              <a:gd name="connsiteY2" fmla="*/ 166304 h 171168"/>
              <a:gd name="connsiteX3" fmla="*/ 69299 w 270080"/>
              <a:gd name="connsiteY3" fmla="*/ 163721 h 171168"/>
              <a:gd name="connsiteX4" fmla="*/ 103345 w 270080"/>
              <a:gd name="connsiteY4" fmla="*/ 149128 h 171168"/>
              <a:gd name="connsiteX5" fmla="*/ 122699 w 270080"/>
              <a:gd name="connsiteY5" fmla="*/ 146545 h 171168"/>
              <a:gd name="connsiteX6" fmla="*/ 147120 w 270080"/>
              <a:gd name="connsiteY6" fmla="*/ 134436 h 171168"/>
              <a:gd name="connsiteX7" fmla="*/ 168855 w 270080"/>
              <a:gd name="connsiteY7" fmla="*/ 122428 h 171168"/>
              <a:gd name="connsiteX8" fmla="*/ 202901 w 270080"/>
              <a:gd name="connsiteY8" fmla="*/ 102974 h 171168"/>
              <a:gd name="connsiteX9" fmla="*/ 226917 w 270080"/>
              <a:gd name="connsiteY9" fmla="*/ 88280 h 171168"/>
              <a:gd name="connsiteX10" fmla="*/ 269982 w 270080"/>
              <a:gd name="connsiteY10" fmla="*/ 57021 h 171168"/>
              <a:gd name="connsiteX11" fmla="*/ 213951 w 270080"/>
              <a:gd name="connsiteY11" fmla="*/ 51302 h 171168"/>
              <a:gd name="connsiteX12" fmla="*/ 172375 w 270080"/>
              <a:gd name="connsiteY12" fmla="*/ 51770 h 171168"/>
              <a:gd name="connsiteX13" fmla="*/ 140527 w 270080"/>
              <a:gd name="connsiteY13" fmla="*/ 41472 h 171168"/>
              <a:gd name="connsiteX14" fmla="*/ 106480 w 270080"/>
              <a:gd name="connsiteY14" fmla="*/ 26984 h 171168"/>
              <a:gd name="connsiteX15" fmla="*/ 85598 w 270080"/>
              <a:gd name="connsiteY15" fmla="*/ 16971 h 171168"/>
              <a:gd name="connsiteX16" fmla="*/ 50514 w 270080"/>
              <a:gd name="connsiteY16" fmla="*/ 383 h 171168"/>
              <a:gd name="connsiteX17" fmla="*/ 35049 w 270080"/>
              <a:gd name="connsiteY17" fmla="*/ 34778 h 171168"/>
              <a:gd name="connsiteX18" fmla="*/ 25321 w 270080"/>
              <a:gd name="connsiteY18" fmla="*/ 61579 h 171168"/>
              <a:gd name="connsiteX19" fmla="*/ 10933 w 270080"/>
              <a:gd name="connsiteY19" fmla="*/ 122530 h 171168"/>
              <a:gd name="connsiteX20" fmla="*/ 6069 w 270080"/>
              <a:gd name="connsiteY20" fmla="*/ 146849 h 171168"/>
              <a:gd name="connsiteX21" fmla="*/ 1205 w 270080"/>
              <a:gd name="connsiteY21" fmla="*/ 171168 h 171168"/>
              <a:gd name="connsiteX0" fmla="*/ 1205 w 270080"/>
              <a:gd name="connsiteY0" fmla="*/ 171168 h 171168"/>
              <a:gd name="connsiteX1" fmla="*/ 1205 w 270080"/>
              <a:gd name="connsiteY1" fmla="*/ 171168 h 171168"/>
              <a:gd name="connsiteX2" fmla="*/ 49843 w 270080"/>
              <a:gd name="connsiteY2" fmla="*/ 166304 h 171168"/>
              <a:gd name="connsiteX3" fmla="*/ 69299 w 270080"/>
              <a:gd name="connsiteY3" fmla="*/ 163721 h 171168"/>
              <a:gd name="connsiteX4" fmla="*/ 103345 w 270080"/>
              <a:gd name="connsiteY4" fmla="*/ 149128 h 171168"/>
              <a:gd name="connsiteX5" fmla="*/ 122699 w 270080"/>
              <a:gd name="connsiteY5" fmla="*/ 146545 h 171168"/>
              <a:gd name="connsiteX6" fmla="*/ 147120 w 270080"/>
              <a:gd name="connsiteY6" fmla="*/ 134436 h 171168"/>
              <a:gd name="connsiteX7" fmla="*/ 168855 w 270080"/>
              <a:gd name="connsiteY7" fmla="*/ 122428 h 171168"/>
              <a:gd name="connsiteX8" fmla="*/ 202901 w 270080"/>
              <a:gd name="connsiteY8" fmla="*/ 102974 h 171168"/>
              <a:gd name="connsiteX9" fmla="*/ 226917 w 270080"/>
              <a:gd name="connsiteY9" fmla="*/ 88280 h 171168"/>
              <a:gd name="connsiteX10" fmla="*/ 269982 w 270080"/>
              <a:gd name="connsiteY10" fmla="*/ 46358 h 171168"/>
              <a:gd name="connsiteX11" fmla="*/ 213951 w 270080"/>
              <a:gd name="connsiteY11" fmla="*/ 51302 h 171168"/>
              <a:gd name="connsiteX12" fmla="*/ 172375 w 270080"/>
              <a:gd name="connsiteY12" fmla="*/ 51770 h 171168"/>
              <a:gd name="connsiteX13" fmla="*/ 140527 w 270080"/>
              <a:gd name="connsiteY13" fmla="*/ 41472 h 171168"/>
              <a:gd name="connsiteX14" fmla="*/ 106480 w 270080"/>
              <a:gd name="connsiteY14" fmla="*/ 26984 h 171168"/>
              <a:gd name="connsiteX15" fmla="*/ 85598 w 270080"/>
              <a:gd name="connsiteY15" fmla="*/ 16971 h 171168"/>
              <a:gd name="connsiteX16" fmla="*/ 50514 w 270080"/>
              <a:gd name="connsiteY16" fmla="*/ 383 h 171168"/>
              <a:gd name="connsiteX17" fmla="*/ 35049 w 270080"/>
              <a:gd name="connsiteY17" fmla="*/ 34778 h 171168"/>
              <a:gd name="connsiteX18" fmla="*/ 25321 w 270080"/>
              <a:gd name="connsiteY18" fmla="*/ 61579 h 171168"/>
              <a:gd name="connsiteX19" fmla="*/ 10933 w 270080"/>
              <a:gd name="connsiteY19" fmla="*/ 122530 h 171168"/>
              <a:gd name="connsiteX20" fmla="*/ 6069 w 270080"/>
              <a:gd name="connsiteY20" fmla="*/ 146849 h 171168"/>
              <a:gd name="connsiteX21" fmla="*/ 1205 w 270080"/>
              <a:gd name="connsiteY21" fmla="*/ 171168 h 171168"/>
              <a:gd name="connsiteX0" fmla="*/ 1205 w 270080"/>
              <a:gd name="connsiteY0" fmla="*/ 171168 h 171168"/>
              <a:gd name="connsiteX1" fmla="*/ 1205 w 270080"/>
              <a:gd name="connsiteY1" fmla="*/ 171168 h 171168"/>
              <a:gd name="connsiteX2" fmla="*/ 49843 w 270080"/>
              <a:gd name="connsiteY2" fmla="*/ 166304 h 171168"/>
              <a:gd name="connsiteX3" fmla="*/ 69299 w 270080"/>
              <a:gd name="connsiteY3" fmla="*/ 163721 h 171168"/>
              <a:gd name="connsiteX4" fmla="*/ 103345 w 270080"/>
              <a:gd name="connsiteY4" fmla="*/ 159791 h 171168"/>
              <a:gd name="connsiteX5" fmla="*/ 122699 w 270080"/>
              <a:gd name="connsiteY5" fmla="*/ 146545 h 171168"/>
              <a:gd name="connsiteX6" fmla="*/ 147120 w 270080"/>
              <a:gd name="connsiteY6" fmla="*/ 134436 h 171168"/>
              <a:gd name="connsiteX7" fmla="*/ 168855 w 270080"/>
              <a:gd name="connsiteY7" fmla="*/ 122428 h 171168"/>
              <a:gd name="connsiteX8" fmla="*/ 202901 w 270080"/>
              <a:gd name="connsiteY8" fmla="*/ 102974 h 171168"/>
              <a:gd name="connsiteX9" fmla="*/ 226917 w 270080"/>
              <a:gd name="connsiteY9" fmla="*/ 88280 h 171168"/>
              <a:gd name="connsiteX10" fmla="*/ 269982 w 270080"/>
              <a:gd name="connsiteY10" fmla="*/ 46358 h 171168"/>
              <a:gd name="connsiteX11" fmla="*/ 213951 w 270080"/>
              <a:gd name="connsiteY11" fmla="*/ 51302 h 171168"/>
              <a:gd name="connsiteX12" fmla="*/ 172375 w 270080"/>
              <a:gd name="connsiteY12" fmla="*/ 51770 h 171168"/>
              <a:gd name="connsiteX13" fmla="*/ 140527 w 270080"/>
              <a:gd name="connsiteY13" fmla="*/ 41472 h 171168"/>
              <a:gd name="connsiteX14" fmla="*/ 106480 w 270080"/>
              <a:gd name="connsiteY14" fmla="*/ 26984 h 171168"/>
              <a:gd name="connsiteX15" fmla="*/ 85598 w 270080"/>
              <a:gd name="connsiteY15" fmla="*/ 16971 h 171168"/>
              <a:gd name="connsiteX16" fmla="*/ 50514 w 270080"/>
              <a:gd name="connsiteY16" fmla="*/ 383 h 171168"/>
              <a:gd name="connsiteX17" fmla="*/ 35049 w 270080"/>
              <a:gd name="connsiteY17" fmla="*/ 34778 h 171168"/>
              <a:gd name="connsiteX18" fmla="*/ 25321 w 270080"/>
              <a:gd name="connsiteY18" fmla="*/ 61579 h 171168"/>
              <a:gd name="connsiteX19" fmla="*/ 10933 w 270080"/>
              <a:gd name="connsiteY19" fmla="*/ 122530 h 171168"/>
              <a:gd name="connsiteX20" fmla="*/ 6069 w 270080"/>
              <a:gd name="connsiteY20" fmla="*/ 146849 h 171168"/>
              <a:gd name="connsiteX21" fmla="*/ 1205 w 270080"/>
              <a:gd name="connsiteY21" fmla="*/ 171168 h 171168"/>
              <a:gd name="connsiteX0" fmla="*/ 1205 w 270080"/>
              <a:gd name="connsiteY0" fmla="*/ 171168 h 171841"/>
              <a:gd name="connsiteX1" fmla="*/ 1205 w 270080"/>
              <a:gd name="connsiteY1" fmla="*/ 171168 h 171841"/>
              <a:gd name="connsiteX2" fmla="*/ 49843 w 270080"/>
              <a:gd name="connsiteY2" fmla="*/ 166304 h 171841"/>
              <a:gd name="connsiteX3" fmla="*/ 63968 w 270080"/>
              <a:gd name="connsiteY3" fmla="*/ 171718 h 171841"/>
              <a:gd name="connsiteX4" fmla="*/ 103345 w 270080"/>
              <a:gd name="connsiteY4" fmla="*/ 159791 h 171841"/>
              <a:gd name="connsiteX5" fmla="*/ 122699 w 270080"/>
              <a:gd name="connsiteY5" fmla="*/ 146545 h 171841"/>
              <a:gd name="connsiteX6" fmla="*/ 147120 w 270080"/>
              <a:gd name="connsiteY6" fmla="*/ 134436 h 171841"/>
              <a:gd name="connsiteX7" fmla="*/ 168855 w 270080"/>
              <a:gd name="connsiteY7" fmla="*/ 122428 h 171841"/>
              <a:gd name="connsiteX8" fmla="*/ 202901 w 270080"/>
              <a:gd name="connsiteY8" fmla="*/ 102974 h 171841"/>
              <a:gd name="connsiteX9" fmla="*/ 226917 w 270080"/>
              <a:gd name="connsiteY9" fmla="*/ 88280 h 171841"/>
              <a:gd name="connsiteX10" fmla="*/ 269982 w 270080"/>
              <a:gd name="connsiteY10" fmla="*/ 46358 h 171841"/>
              <a:gd name="connsiteX11" fmla="*/ 213951 w 270080"/>
              <a:gd name="connsiteY11" fmla="*/ 51302 h 171841"/>
              <a:gd name="connsiteX12" fmla="*/ 172375 w 270080"/>
              <a:gd name="connsiteY12" fmla="*/ 51770 h 171841"/>
              <a:gd name="connsiteX13" fmla="*/ 140527 w 270080"/>
              <a:gd name="connsiteY13" fmla="*/ 41472 h 171841"/>
              <a:gd name="connsiteX14" fmla="*/ 106480 w 270080"/>
              <a:gd name="connsiteY14" fmla="*/ 26984 h 171841"/>
              <a:gd name="connsiteX15" fmla="*/ 85598 w 270080"/>
              <a:gd name="connsiteY15" fmla="*/ 16971 h 171841"/>
              <a:gd name="connsiteX16" fmla="*/ 50514 w 270080"/>
              <a:gd name="connsiteY16" fmla="*/ 383 h 171841"/>
              <a:gd name="connsiteX17" fmla="*/ 35049 w 270080"/>
              <a:gd name="connsiteY17" fmla="*/ 34778 h 171841"/>
              <a:gd name="connsiteX18" fmla="*/ 25321 w 270080"/>
              <a:gd name="connsiteY18" fmla="*/ 61579 h 171841"/>
              <a:gd name="connsiteX19" fmla="*/ 10933 w 270080"/>
              <a:gd name="connsiteY19" fmla="*/ 122530 h 171841"/>
              <a:gd name="connsiteX20" fmla="*/ 6069 w 270080"/>
              <a:gd name="connsiteY20" fmla="*/ 146849 h 171841"/>
              <a:gd name="connsiteX21" fmla="*/ 1205 w 270080"/>
              <a:gd name="connsiteY21" fmla="*/ 171168 h 171841"/>
              <a:gd name="connsiteX0" fmla="*/ 1205 w 270080"/>
              <a:gd name="connsiteY0" fmla="*/ 171168 h 171168"/>
              <a:gd name="connsiteX1" fmla="*/ 1205 w 270080"/>
              <a:gd name="connsiteY1" fmla="*/ 171168 h 171168"/>
              <a:gd name="connsiteX2" fmla="*/ 49843 w 270080"/>
              <a:gd name="connsiteY2" fmla="*/ 166304 h 171168"/>
              <a:gd name="connsiteX3" fmla="*/ 87961 w 270080"/>
              <a:gd name="connsiteY3" fmla="*/ 158388 h 171168"/>
              <a:gd name="connsiteX4" fmla="*/ 103345 w 270080"/>
              <a:gd name="connsiteY4" fmla="*/ 159791 h 171168"/>
              <a:gd name="connsiteX5" fmla="*/ 122699 w 270080"/>
              <a:gd name="connsiteY5" fmla="*/ 146545 h 171168"/>
              <a:gd name="connsiteX6" fmla="*/ 147120 w 270080"/>
              <a:gd name="connsiteY6" fmla="*/ 134436 h 171168"/>
              <a:gd name="connsiteX7" fmla="*/ 168855 w 270080"/>
              <a:gd name="connsiteY7" fmla="*/ 122428 h 171168"/>
              <a:gd name="connsiteX8" fmla="*/ 202901 w 270080"/>
              <a:gd name="connsiteY8" fmla="*/ 102974 h 171168"/>
              <a:gd name="connsiteX9" fmla="*/ 226917 w 270080"/>
              <a:gd name="connsiteY9" fmla="*/ 88280 h 171168"/>
              <a:gd name="connsiteX10" fmla="*/ 269982 w 270080"/>
              <a:gd name="connsiteY10" fmla="*/ 46358 h 171168"/>
              <a:gd name="connsiteX11" fmla="*/ 213951 w 270080"/>
              <a:gd name="connsiteY11" fmla="*/ 51302 h 171168"/>
              <a:gd name="connsiteX12" fmla="*/ 172375 w 270080"/>
              <a:gd name="connsiteY12" fmla="*/ 51770 h 171168"/>
              <a:gd name="connsiteX13" fmla="*/ 140527 w 270080"/>
              <a:gd name="connsiteY13" fmla="*/ 41472 h 171168"/>
              <a:gd name="connsiteX14" fmla="*/ 106480 w 270080"/>
              <a:gd name="connsiteY14" fmla="*/ 26984 h 171168"/>
              <a:gd name="connsiteX15" fmla="*/ 85598 w 270080"/>
              <a:gd name="connsiteY15" fmla="*/ 16971 h 171168"/>
              <a:gd name="connsiteX16" fmla="*/ 50514 w 270080"/>
              <a:gd name="connsiteY16" fmla="*/ 383 h 171168"/>
              <a:gd name="connsiteX17" fmla="*/ 35049 w 270080"/>
              <a:gd name="connsiteY17" fmla="*/ 34778 h 171168"/>
              <a:gd name="connsiteX18" fmla="*/ 25321 w 270080"/>
              <a:gd name="connsiteY18" fmla="*/ 61579 h 171168"/>
              <a:gd name="connsiteX19" fmla="*/ 10933 w 270080"/>
              <a:gd name="connsiteY19" fmla="*/ 122530 h 171168"/>
              <a:gd name="connsiteX20" fmla="*/ 6069 w 270080"/>
              <a:gd name="connsiteY20" fmla="*/ 146849 h 171168"/>
              <a:gd name="connsiteX21" fmla="*/ 1205 w 270080"/>
              <a:gd name="connsiteY21" fmla="*/ 171168 h 171168"/>
              <a:gd name="connsiteX0" fmla="*/ 1205 w 270080"/>
              <a:gd name="connsiteY0" fmla="*/ 171168 h 172250"/>
              <a:gd name="connsiteX1" fmla="*/ 1205 w 270080"/>
              <a:gd name="connsiteY1" fmla="*/ 171168 h 172250"/>
              <a:gd name="connsiteX2" fmla="*/ 47178 w 270080"/>
              <a:gd name="connsiteY2" fmla="*/ 171636 h 172250"/>
              <a:gd name="connsiteX3" fmla="*/ 87961 w 270080"/>
              <a:gd name="connsiteY3" fmla="*/ 158388 h 172250"/>
              <a:gd name="connsiteX4" fmla="*/ 103345 w 270080"/>
              <a:gd name="connsiteY4" fmla="*/ 159791 h 172250"/>
              <a:gd name="connsiteX5" fmla="*/ 122699 w 270080"/>
              <a:gd name="connsiteY5" fmla="*/ 146545 h 172250"/>
              <a:gd name="connsiteX6" fmla="*/ 147120 w 270080"/>
              <a:gd name="connsiteY6" fmla="*/ 134436 h 172250"/>
              <a:gd name="connsiteX7" fmla="*/ 168855 w 270080"/>
              <a:gd name="connsiteY7" fmla="*/ 122428 h 172250"/>
              <a:gd name="connsiteX8" fmla="*/ 202901 w 270080"/>
              <a:gd name="connsiteY8" fmla="*/ 102974 h 172250"/>
              <a:gd name="connsiteX9" fmla="*/ 226917 w 270080"/>
              <a:gd name="connsiteY9" fmla="*/ 88280 h 172250"/>
              <a:gd name="connsiteX10" fmla="*/ 269982 w 270080"/>
              <a:gd name="connsiteY10" fmla="*/ 46358 h 172250"/>
              <a:gd name="connsiteX11" fmla="*/ 213951 w 270080"/>
              <a:gd name="connsiteY11" fmla="*/ 51302 h 172250"/>
              <a:gd name="connsiteX12" fmla="*/ 172375 w 270080"/>
              <a:gd name="connsiteY12" fmla="*/ 51770 h 172250"/>
              <a:gd name="connsiteX13" fmla="*/ 140527 w 270080"/>
              <a:gd name="connsiteY13" fmla="*/ 41472 h 172250"/>
              <a:gd name="connsiteX14" fmla="*/ 106480 w 270080"/>
              <a:gd name="connsiteY14" fmla="*/ 26984 h 172250"/>
              <a:gd name="connsiteX15" fmla="*/ 85598 w 270080"/>
              <a:gd name="connsiteY15" fmla="*/ 16971 h 172250"/>
              <a:gd name="connsiteX16" fmla="*/ 50514 w 270080"/>
              <a:gd name="connsiteY16" fmla="*/ 383 h 172250"/>
              <a:gd name="connsiteX17" fmla="*/ 35049 w 270080"/>
              <a:gd name="connsiteY17" fmla="*/ 34778 h 172250"/>
              <a:gd name="connsiteX18" fmla="*/ 25321 w 270080"/>
              <a:gd name="connsiteY18" fmla="*/ 61579 h 172250"/>
              <a:gd name="connsiteX19" fmla="*/ 10933 w 270080"/>
              <a:gd name="connsiteY19" fmla="*/ 122530 h 172250"/>
              <a:gd name="connsiteX20" fmla="*/ 6069 w 270080"/>
              <a:gd name="connsiteY20" fmla="*/ 146849 h 172250"/>
              <a:gd name="connsiteX21" fmla="*/ 1205 w 270080"/>
              <a:gd name="connsiteY21" fmla="*/ 171168 h 172250"/>
              <a:gd name="connsiteX0" fmla="*/ 1205 w 270080"/>
              <a:gd name="connsiteY0" fmla="*/ 171168 h 172250"/>
              <a:gd name="connsiteX1" fmla="*/ 1205 w 270080"/>
              <a:gd name="connsiteY1" fmla="*/ 171168 h 172250"/>
              <a:gd name="connsiteX2" fmla="*/ 47178 w 270080"/>
              <a:gd name="connsiteY2" fmla="*/ 171636 h 172250"/>
              <a:gd name="connsiteX3" fmla="*/ 87961 w 270080"/>
              <a:gd name="connsiteY3" fmla="*/ 158388 h 172250"/>
              <a:gd name="connsiteX4" fmla="*/ 103345 w 270080"/>
              <a:gd name="connsiteY4" fmla="*/ 159791 h 172250"/>
              <a:gd name="connsiteX5" fmla="*/ 122699 w 270080"/>
              <a:gd name="connsiteY5" fmla="*/ 146545 h 172250"/>
              <a:gd name="connsiteX6" fmla="*/ 147120 w 270080"/>
              <a:gd name="connsiteY6" fmla="*/ 134436 h 172250"/>
              <a:gd name="connsiteX7" fmla="*/ 168855 w 270080"/>
              <a:gd name="connsiteY7" fmla="*/ 122428 h 172250"/>
              <a:gd name="connsiteX8" fmla="*/ 202901 w 270080"/>
              <a:gd name="connsiteY8" fmla="*/ 102974 h 172250"/>
              <a:gd name="connsiteX9" fmla="*/ 226917 w 270080"/>
              <a:gd name="connsiteY9" fmla="*/ 88280 h 172250"/>
              <a:gd name="connsiteX10" fmla="*/ 269982 w 270080"/>
              <a:gd name="connsiteY10" fmla="*/ 46358 h 172250"/>
              <a:gd name="connsiteX11" fmla="*/ 213951 w 270080"/>
              <a:gd name="connsiteY11" fmla="*/ 51302 h 172250"/>
              <a:gd name="connsiteX12" fmla="*/ 172375 w 270080"/>
              <a:gd name="connsiteY12" fmla="*/ 51770 h 172250"/>
              <a:gd name="connsiteX13" fmla="*/ 140527 w 270080"/>
              <a:gd name="connsiteY13" fmla="*/ 41472 h 172250"/>
              <a:gd name="connsiteX14" fmla="*/ 106480 w 270080"/>
              <a:gd name="connsiteY14" fmla="*/ 26984 h 172250"/>
              <a:gd name="connsiteX15" fmla="*/ 85598 w 270080"/>
              <a:gd name="connsiteY15" fmla="*/ 16971 h 172250"/>
              <a:gd name="connsiteX16" fmla="*/ 50514 w 270080"/>
              <a:gd name="connsiteY16" fmla="*/ 383 h 172250"/>
              <a:gd name="connsiteX17" fmla="*/ 35049 w 270080"/>
              <a:gd name="connsiteY17" fmla="*/ 34778 h 172250"/>
              <a:gd name="connsiteX18" fmla="*/ 25321 w 270080"/>
              <a:gd name="connsiteY18" fmla="*/ 61579 h 172250"/>
              <a:gd name="connsiteX19" fmla="*/ 10933 w 270080"/>
              <a:gd name="connsiteY19" fmla="*/ 122530 h 172250"/>
              <a:gd name="connsiteX20" fmla="*/ 6069 w 270080"/>
              <a:gd name="connsiteY20" fmla="*/ 146849 h 172250"/>
              <a:gd name="connsiteX21" fmla="*/ 1205 w 270080"/>
              <a:gd name="connsiteY21" fmla="*/ 171168 h 172250"/>
              <a:gd name="connsiteX0" fmla="*/ 17 w 271558"/>
              <a:gd name="connsiteY0" fmla="*/ 189830 h 189830"/>
              <a:gd name="connsiteX1" fmla="*/ 2683 w 271558"/>
              <a:gd name="connsiteY1" fmla="*/ 171168 h 189830"/>
              <a:gd name="connsiteX2" fmla="*/ 48656 w 271558"/>
              <a:gd name="connsiteY2" fmla="*/ 171636 h 189830"/>
              <a:gd name="connsiteX3" fmla="*/ 89439 w 271558"/>
              <a:gd name="connsiteY3" fmla="*/ 158388 h 189830"/>
              <a:gd name="connsiteX4" fmla="*/ 104823 w 271558"/>
              <a:gd name="connsiteY4" fmla="*/ 159791 h 189830"/>
              <a:gd name="connsiteX5" fmla="*/ 124177 w 271558"/>
              <a:gd name="connsiteY5" fmla="*/ 146545 h 189830"/>
              <a:gd name="connsiteX6" fmla="*/ 148598 w 271558"/>
              <a:gd name="connsiteY6" fmla="*/ 134436 h 189830"/>
              <a:gd name="connsiteX7" fmla="*/ 170333 w 271558"/>
              <a:gd name="connsiteY7" fmla="*/ 122428 h 189830"/>
              <a:gd name="connsiteX8" fmla="*/ 204379 w 271558"/>
              <a:gd name="connsiteY8" fmla="*/ 102974 h 189830"/>
              <a:gd name="connsiteX9" fmla="*/ 228395 w 271558"/>
              <a:gd name="connsiteY9" fmla="*/ 88280 h 189830"/>
              <a:gd name="connsiteX10" fmla="*/ 271460 w 271558"/>
              <a:gd name="connsiteY10" fmla="*/ 46358 h 189830"/>
              <a:gd name="connsiteX11" fmla="*/ 215429 w 271558"/>
              <a:gd name="connsiteY11" fmla="*/ 51302 h 189830"/>
              <a:gd name="connsiteX12" fmla="*/ 173853 w 271558"/>
              <a:gd name="connsiteY12" fmla="*/ 51770 h 189830"/>
              <a:gd name="connsiteX13" fmla="*/ 142005 w 271558"/>
              <a:gd name="connsiteY13" fmla="*/ 41472 h 189830"/>
              <a:gd name="connsiteX14" fmla="*/ 107958 w 271558"/>
              <a:gd name="connsiteY14" fmla="*/ 26984 h 189830"/>
              <a:gd name="connsiteX15" fmla="*/ 87076 w 271558"/>
              <a:gd name="connsiteY15" fmla="*/ 16971 h 189830"/>
              <a:gd name="connsiteX16" fmla="*/ 51992 w 271558"/>
              <a:gd name="connsiteY16" fmla="*/ 383 h 189830"/>
              <a:gd name="connsiteX17" fmla="*/ 36527 w 271558"/>
              <a:gd name="connsiteY17" fmla="*/ 34778 h 189830"/>
              <a:gd name="connsiteX18" fmla="*/ 26799 w 271558"/>
              <a:gd name="connsiteY18" fmla="*/ 61579 h 189830"/>
              <a:gd name="connsiteX19" fmla="*/ 12411 w 271558"/>
              <a:gd name="connsiteY19" fmla="*/ 122530 h 189830"/>
              <a:gd name="connsiteX20" fmla="*/ 7547 w 271558"/>
              <a:gd name="connsiteY20" fmla="*/ 146849 h 189830"/>
              <a:gd name="connsiteX21" fmla="*/ 17 w 271558"/>
              <a:gd name="connsiteY21" fmla="*/ 189830 h 189830"/>
              <a:gd name="connsiteX0" fmla="*/ 17 w 271558"/>
              <a:gd name="connsiteY0" fmla="*/ 189830 h 189830"/>
              <a:gd name="connsiteX1" fmla="*/ 2683 w 271558"/>
              <a:gd name="connsiteY1" fmla="*/ 171168 h 189830"/>
              <a:gd name="connsiteX2" fmla="*/ 67317 w 271558"/>
              <a:gd name="connsiteY2" fmla="*/ 163639 h 189830"/>
              <a:gd name="connsiteX3" fmla="*/ 89439 w 271558"/>
              <a:gd name="connsiteY3" fmla="*/ 158388 h 189830"/>
              <a:gd name="connsiteX4" fmla="*/ 104823 w 271558"/>
              <a:gd name="connsiteY4" fmla="*/ 159791 h 189830"/>
              <a:gd name="connsiteX5" fmla="*/ 124177 w 271558"/>
              <a:gd name="connsiteY5" fmla="*/ 146545 h 189830"/>
              <a:gd name="connsiteX6" fmla="*/ 148598 w 271558"/>
              <a:gd name="connsiteY6" fmla="*/ 134436 h 189830"/>
              <a:gd name="connsiteX7" fmla="*/ 170333 w 271558"/>
              <a:gd name="connsiteY7" fmla="*/ 122428 h 189830"/>
              <a:gd name="connsiteX8" fmla="*/ 204379 w 271558"/>
              <a:gd name="connsiteY8" fmla="*/ 102974 h 189830"/>
              <a:gd name="connsiteX9" fmla="*/ 228395 w 271558"/>
              <a:gd name="connsiteY9" fmla="*/ 88280 h 189830"/>
              <a:gd name="connsiteX10" fmla="*/ 271460 w 271558"/>
              <a:gd name="connsiteY10" fmla="*/ 46358 h 189830"/>
              <a:gd name="connsiteX11" fmla="*/ 215429 w 271558"/>
              <a:gd name="connsiteY11" fmla="*/ 51302 h 189830"/>
              <a:gd name="connsiteX12" fmla="*/ 173853 w 271558"/>
              <a:gd name="connsiteY12" fmla="*/ 51770 h 189830"/>
              <a:gd name="connsiteX13" fmla="*/ 142005 w 271558"/>
              <a:gd name="connsiteY13" fmla="*/ 41472 h 189830"/>
              <a:gd name="connsiteX14" fmla="*/ 107958 w 271558"/>
              <a:gd name="connsiteY14" fmla="*/ 26984 h 189830"/>
              <a:gd name="connsiteX15" fmla="*/ 87076 w 271558"/>
              <a:gd name="connsiteY15" fmla="*/ 16971 h 189830"/>
              <a:gd name="connsiteX16" fmla="*/ 51992 w 271558"/>
              <a:gd name="connsiteY16" fmla="*/ 383 h 189830"/>
              <a:gd name="connsiteX17" fmla="*/ 36527 w 271558"/>
              <a:gd name="connsiteY17" fmla="*/ 34778 h 189830"/>
              <a:gd name="connsiteX18" fmla="*/ 26799 w 271558"/>
              <a:gd name="connsiteY18" fmla="*/ 61579 h 189830"/>
              <a:gd name="connsiteX19" fmla="*/ 12411 w 271558"/>
              <a:gd name="connsiteY19" fmla="*/ 122530 h 189830"/>
              <a:gd name="connsiteX20" fmla="*/ 7547 w 271558"/>
              <a:gd name="connsiteY20" fmla="*/ 146849 h 189830"/>
              <a:gd name="connsiteX21" fmla="*/ 17 w 271558"/>
              <a:gd name="connsiteY21"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7317 w 271558"/>
              <a:gd name="connsiteY3" fmla="*/ 163639 h 189830"/>
              <a:gd name="connsiteX4" fmla="*/ 89439 w 271558"/>
              <a:gd name="connsiteY4" fmla="*/ 158388 h 189830"/>
              <a:gd name="connsiteX5" fmla="*/ 104823 w 271558"/>
              <a:gd name="connsiteY5" fmla="*/ 159791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04823 w 271558"/>
              <a:gd name="connsiteY5" fmla="*/ 159791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04823 w 271558"/>
              <a:gd name="connsiteY5" fmla="*/ 167789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02157 w 271558"/>
              <a:gd name="connsiteY5" fmla="*/ 138464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02157 w 271558"/>
              <a:gd name="connsiteY5" fmla="*/ 138464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10154 w 271558"/>
              <a:gd name="connsiteY5" fmla="*/ 151793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1558" h="189830">
                <a:moveTo>
                  <a:pt x="17" y="189830"/>
                </a:moveTo>
                <a:lnTo>
                  <a:pt x="2683" y="171168"/>
                </a:lnTo>
                <a:cubicBezTo>
                  <a:pt x="6419" y="168011"/>
                  <a:pt x="11663" y="188136"/>
                  <a:pt x="22435" y="186881"/>
                </a:cubicBezTo>
                <a:cubicBezTo>
                  <a:pt x="33207" y="185626"/>
                  <a:pt x="53484" y="181717"/>
                  <a:pt x="64651" y="176968"/>
                </a:cubicBezTo>
                <a:cubicBezTo>
                  <a:pt x="75818" y="172219"/>
                  <a:pt x="81855" y="162584"/>
                  <a:pt x="89439" y="158388"/>
                </a:cubicBezTo>
                <a:cubicBezTo>
                  <a:pt x="97023" y="154192"/>
                  <a:pt x="104364" y="153767"/>
                  <a:pt x="110154" y="151793"/>
                </a:cubicBezTo>
                <a:cubicBezTo>
                  <a:pt x="115944" y="149819"/>
                  <a:pt x="117770" y="149438"/>
                  <a:pt x="124177" y="146545"/>
                </a:cubicBezTo>
                <a:cubicBezTo>
                  <a:pt x="130584" y="143652"/>
                  <a:pt x="140905" y="138456"/>
                  <a:pt x="148598" y="134436"/>
                </a:cubicBezTo>
                <a:cubicBezTo>
                  <a:pt x="156291" y="130417"/>
                  <a:pt x="161036" y="127672"/>
                  <a:pt x="170333" y="122428"/>
                </a:cubicBezTo>
                <a:cubicBezTo>
                  <a:pt x="179630" y="117184"/>
                  <a:pt x="183755" y="116723"/>
                  <a:pt x="204379" y="102974"/>
                </a:cubicBezTo>
                <a:cubicBezTo>
                  <a:pt x="207622" y="96489"/>
                  <a:pt x="217215" y="97716"/>
                  <a:pt x="228395" y="88280"/>
                </a:cubicBezTo>
                <a:cubicBezTo>
                  <a:pt x="239575" y="78844"/>
                  <a:pt x="273621" y="52521"/>
                  <a:pt x="271460" y="46358"/>
                </a:cubicBezTo>
                <a:cubicBezTo>
                  <a:pt x="269299" y="40195"/>
                  <a:pt x="231697" y="50400"/>
                  <a:pt x="215429" y="51302"/>
                </a:cubicBezTo>
                <a:cubicBezTo>
                  <a:pt x="199161" y="52204"/>
                  <a:pt x="186823" y="53391"/>
                  <a:pt x="173853" y="51770"/>
                </a:cubicBezTo>
                <a:cubicBezTo>
                  <a:pt x="164125" y="48527"/>
                  <a:pt x="152987" y="45603"/>
                  <a:pt x="142005" y="41472"/>
                </a:cubicBezTo>
                <a:cubicBezTo>
                  <a:pt x="131023" y="37341"/>
                  <a:pt x="117113" y="31068"/>
                  <a:pt x="107958" y="26984"/>
                </a:cubicBezTo>
                <a:cubicBezTo>
                  <a:pt x="98803" y="22901"/>
                  <a:pt x="96404" y="21405"/>
                  <a:pt x="87076" y="16971"/>
                </a:cubicBezTo>
                <a:cubicBezTo>
                  <a:pt x="77748" y="12537"/>
                  <a:pt x="60417" y="-2585"/>
                  <a:pt x="51992" y="383"/>
                </a:cubicBezTo>
                <a:cubicBezTo>
                  <a:pt x="43567" y="3351"/>
                  <a:pt x="40726" y="24579"/>
                  <a:pt x="36527" y="34778"/>
                </a:cubicBezTo>
                <a:cubicBezTo>
                  <a:pt x="32328" y="44977"/>
                  <a:pt x="30818" y="46954"/>
                  <a:pt x="26799" y="61579"/>
                </a:cubicBezTo>
                <a:cubicBezTo>
                  <a:pt x="22780" y="76204"/>
                  <a:pt x="14793" y="99899"/>
                  <a:pt x="12411" y="122530"/>
                </a:cubicBezTo>
                <a:cubicBezTo>
                  <a:pt x="11546" y="130751"/>
                  <a:pt x="10161" y="139006"/>
                  <a:pt x="7547" y="146849"/>
                </a:cubicBezTo>
                <a:cubicBezTo>
                  <a:pt x="-2906" y="178207"/>
                  <a:pt x="828" y="185777"/>
                  <a:pt x="17" y="189830"/>
                </a:cubicBezTo>
                <a:close/>
              </a:path>
            </a:pathLst>
          </a:custGeom>
          <a:solidFill>
            <a:schemeClr val="bg2"/>
          </a:solidFill>
          <a:ln>
            <a:solidFill>
              <a:srgbClr val="0604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nake Pointer">
            <a:extLst>
              <a:ext uri="{FF2B5EF4-FFF2-40B4-BE49-F238E27FC236}">
                <a16:creationId xmlns:a16="http://schemas.microsoft.com/office/drawing/2014/main" id="{23522137-1C63-94F2-F866-9D6C02943599}"/>
              </a:ext>
            </a:extLst>
          </p:cNvPr>
          <p:cNvSpPr txBox="1"/>
          <p:nvPr/>
        </p:nvSpPr>
        <p:spPr>
          <a:xfrm>
            <a:off x="7364730" y="2831585"/>
            <a:ext cx="518160" cy="369332"/>
          </a:xfrm>
          <a:prstGeom prst="rect">
            <a:avLst/>
          </a:prstGeom>
          <a:noFill/>
          <a:scene3d>
            <a:camera prst="orthographicFront">
              <a:rot lat="0" lon="10800000" rev="0"/>
            </a:camera>
            <a:lightRig rig="threePt" dir="t"/>
          </a:scene3d>
        </p:spPr>
        <p:txBody>
          <a:bodyPr wrap="square" rtlCol="0">
            <a:spAutoFit/>
          </a:bodyPr>
          <a:lstStyle/>
          <a:p>
            <a:r>
              <a:rPr lang="en-US" dirty="0"/>
              <a:t>🐍</a:t>
            </a:r>
          </a:p>
        </p:txBody>
      </p:sp>
      <p:sp>
        <p:nvSpPr>
          <p:cNvPr id="15" name="Rectangle 14">
            <a:extLst>
              <a:ext uri="{FF2B5EF4-FFF2-40B4-BE49-F238E27FC236}">
                <a16:creationId xmlns:a16="http://schemas.microsoft.com/office/drawing/2014/main" id="{1DDDA97E-B4F8-0B8F-FDFB-AC62F21CDD92}"/>
              </a:ext>
            </a:extLst>
          </p:cNvPr>
          <p:cNvSpPr/>
          <p:nvPr/>
        </p:nvSpPr>
        <p:spPr>
          <a:xfrm>
            <a:off x="8058150" y="2831585"/>
            <a:ext cx="1260591" cy="369332"/>
          </a:xfrm>
          <a:prstGeom prst="rect">
            <a:avLst/>
          </a:prstGeom>
          <a:solidFill>
            <a:srgbClr val="FFDD00">
              <a:alpha val="25098"/>
            </a:srgbClr>
          </a:solidFill>
          <a:ln w="38100">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21804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up)">
                                      <p:cBhvr>
                                        <p:cTn id="21" dur="500"/>
                                        <p:tgtEl>
                                          <p:spTgt spid="12"/>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up)">
                                      <p:cBhvr>
                                        <p:cTn id="24" dur="500"/>
                                        <p:tgtEl>
                                          <p:spTgt spid="13"/>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500" fill="hold"/>
                                        <p:tgtEl>
                                          <p:spTgt spid="4"/>
                                        </p:tgtEl>
                                        <p:attrNameLst>
                                          <p:attrName>ppt_w</p:attrName>
                                        </p:attrNameLst>
                                      </p:cBhvr>
                                      <p:tavLst>
                                        <p:tav tm="0">
                                          <p:val>
                                            <p:fltVal val="0"/>
                                          </p:val>
                                        </p:tav>
                                        <p:tav tm="100000">
                                          <p:val>
                                            <p:strVal val="#ppt_w"/>
                                          </p:val>
                                        </p:tav>
                                      </p:tavLst>
                                    </p:anim>
                                    <p:anim calcmode="lin" valueType="num">
                                      <p:cBhvr>
                                        <p:cTn id="28" dur="500" fill="hold"/>
                                        <p:tgtEl>
                                          <p:spTgt spid="4"/>
                                        </p:tgtEl>
                                        <p:attrNameLst>
                                          <p:attrName>ppt_h</p:attrName>
                                        </p:attrNameLst>
                                      </p:cBhvr>
                                      <p:tavLst>
                                        <p:tav tm="0">
                                          <p:val>
                                            <p:fltVal val="0"/>
                                          </p:val>
                                        </p:tav>
                                        <p:tav tm="100000">
                                          <p:val>
                                            <p:strVal val="#ppt_h"/>
                                          </p:val>
                                        </p:tav>
                                      </p:tavLst>
                                    </p:anim>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12" grpId="0" animBg="1"/>
      <p:bldP spid="13" grpId="0" animBg="1"/>
      <p:bldP spid="14" grpId="0"/>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2AFC9-B8BE-19A0-EBCA-9FB61CFE2C51}"/>
              </a:ext>
            </a:extLst>
          </p:cNvPr>
          <p:cNvSpPr>
            <a:spLocks noGrp="1"/>
          </p:cNvSpPr>
          <p:nvPr>
            <p:ph type="title"/>
          </p:nvPr>
        </p:nvSpPr>
        <p:spPr>
          <a:xfrm>
            <a:off x="838200" y="365125"/>
            <a:ext cx="10515600" cy="1325563"/>
          </a:xfrm>
        </p:spPr>
        <p:txBody>
          <a:bodyPr/>
          <a:lstStyle/>
          <a:p>
            <a:r>
              <a:rPr lang="en-US" b="1" dirty="0"/>
              <a:t>Python Executes Instructions</a:t>
            </a:r>
          </a:p>
        </p:txBody>
      </p:sp>
      <p:sp>
        <p:nvSpPr>
          <p:cNvPr id="6" name="Rectangle 5">
            <a:extLst>
              <a:ext uri="{FF2B5EF4-FFF2-40B4-BE49-F238E27FC236}">
                <a16:creationId xmlns:a16="http://schemas.microsoft.com/office/drawing/2014/main" id="{5C69BDA2-36B2-66FC-5C41-C5451CCBCEC6}"/>
              </a:ext>
            </a:extLst>
          </p:cNvPr>
          <p:cNvSpPr/>
          <p:nvPr/>
        </p:nvSpPr>
        <p:spPr>
          <a:xfrm>
            <a:off x="7661910" y="1690688"/>
            <a:ext cx="3691890" cy="2846070"/>
          </a:xfrm>
          <a:prstGeom prst="rect">
            <a:avLst/>
          </a:prstGeom>
          <a:ln w="28575">
            <a:noFill/>
          </a:ln>
          <a:effectLst>
            <a:glow rad="228600">
              <a:schemeClr val="accent2">
                <a:satMod val="175000"/>
                <a:alpha val="40000"/>
              </a:schemeClr>
            </a:glow>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4800" dirty="0">
                <a:solidFill>
                  <a:schemeClr val="bg1"/>
                </a:solidFill>
                <a:latin typeface="Future TimeSplitters" panose="02000500000000000000" pitchFamily="2" charset="0"/>
              </a:rPr>
              <a:t>Magical Scroll</a:t>
            </a:r>
          </a:p>
          <a:p>
            <a:endParaRPr lang="en-US" sz="2400" dirty="0">
              <a:solidFill>
                <a:schemeClr val="bg1"/>
              </a:solidFill>
            </a:endParaRPr>
          </a:p>
          <a:p>
            <a:pPr marL="342900" indent="-342900">
              <a:buAutoNum type="arabicPeriod"/>
            </a:pPr>
            <a:r>
              <a:rPr lang="en-US" sz="2400" dirty="0">
                <a:solidFill>
                  <a:schemeClr val="bg1"/>
                </a:solidFill>
              </a:rPr>
              <a:t>Say “Hi”</a:t>
            </a:r>
          </a:p>
          <a:p>
            <a:pPr marL="342900" indent="-342900">
              <a:buAutoNum type="arabicPeriod"/>
            </a:pPr>
            <a:r>
              <a:rPr lang="en-US" sz="2400" dirty="0">
                <a:solidFill>
                  <a:schemeClr val="bg1"/>
                </a:solidFill>
              </a:rPr>
              <a:t>Sleep for 5 seconds</a:t>
            </a:r>
          </a:p>
          <a:p>
            <a:pPr marL="342900" indent="-342900">
              <a:buAutoNum type="arabicPeriod"/>
            </a:pPr>
            <a:r>
              <a:rPr lang="en-US" sz="2400" dirty="0">
                <a:solidFill>
                  <a:schemeClr val="bg1"/>
                </a:solidFill>
              </a:rPr>
              <a:t>Calculate 4+4</a:t>
            </a:r>
          </a:p>
          <a:p>
            <a:pPr marL="342900" indent="-342900">
              <a:buAutoNum type="arabicPeriod"/>
            </a:pPr>
            <a:r>
              <a:rPr lang="en-US" sz="2400" dirty="0">
                <a:solidFill>
                  <a:schemeClr val="bg1"/>
                </a:solidFill>
              </a:rPr>
              <a:t>Do a flip</a:t>
            </a:r>
          </a:p>
        </p:txBody>
      </p:sp>
      <p:pic>
        <p:nvPicPr>
          <p:cNvPr id="2052" name="Picture 4" descr="I Just Really Like Snakes Ok Funny Snake Reptile Python Tote Bag by EQ  Designs - Pixels">
            <a:extLst>
              <a:ext uri="{FF2B5EF4-FFF2-40B4-BE49-F238E27FC236}">
                <a16:creationId xmlns:a16="http://schemas.microsoft.com/office/drawing/2014/main" id="{FFE8714D-8D74-E70B-4D03-53BE1ED274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077" t="4127" r="20453" b="30210"/>
          <a:stretch/>
        </p:blipFill>
        <p:spPr bwMode="auto">
          <a:xfrm>
            <a:off x="304801" y="2421775"/>
            <a:ext cx="3580014" cy="4378036"/>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DC117D92-DFC5-E6C6-6CD6-6CA2BE336C13}"/>
              </a:ext>
            </a:extLst>
          </p:cNvPr>
          <p:cNvSpPr/>
          <p:nvPr/>
        </p:nvSpPr>
        <p:spPr>
          <a:xfrm>
            <a:off x="1669133" y="2781643"/>
            <a:ext cx="339704" cy="293204"/>
          </a:xfrm>
          <a:prstGeom prst="ellipse">
            <a:avLst/>
          </a:prstGeom>
          <a:solidFill>
            <a:srgbClr val="8CC6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2"/>
                </a:solidFill>
              </a:rPr>
              <a:t>〰</a:t>
            </a:r>
          </a:p>
        </p:txBody>
      </p:sp>
      <p:sp>
        <p:nvSpPr>
          <p:cNvPr id="7" name="Oval 6">
            <a:extLst>
              <a:ext uri="{FF2B5EF4-FFF2-40B4-BE49-F238E27FC236}">
                <a16:creationId xmlns:a16="http://schemas.microsoft.com/office/drawing/2014/main" id="{BA8EA303-2AC5-BCAB-F37F-F8C6526391A0}"/>
              </a:ext>
            </a:extLst>
          </p:cNvPr>
          <p:cNvSpPr/>
          <p:nvPr/>
        </p:nvSpPr>
        <p:spPr>
          <a:xfrm>
            <a:off x="2208972" y="2706351"/>
            <a:ext cx="339704" cy="368496"/>
          </a:xfrm>
          <a:prstGeom prst="ellipse">
            <a:avLst/>
          </a:prstGeom>
          <a:solidFill>
            <a:srgbClr val="8CC6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2"/>
                </a:solidFill>
              </a:rPr>
              <a:t>〰</a:t>
            </a:r>
          </a:p>
        </p:txBody>
      </p:sp>
      <p:sp>
        <p:nvSpPr>
          <p:cNvPr id="8" name="TextBox 7">
            <a:extLst>
              <a:ext uri="{FF2B5EF4-FFF2-40B4-BE49-F238E27FC236}">
                <a16:creationId xmlns:a16="http://schemas.microsoft.com/office/drawing/2014/main" id="{D6CDF306-0B97-5F13-B2D2-D38F92BDD3F0}"/>
              </a:ext>
            </a:extLst>
          </p:cNvPr>
          <p:cNvSpPr txBox="1"/>
          <p:nvPr/>
        </p:nvSpPr>
        <p:spPr>
          <a:xfrm>
            <a:off x="2363901" y="1990378"/>
            <a:ext cx="369550" cy="584775"/>
          </a:xfrm>
          <a:prstGeom prst="rect">
            <a:avLst/>
          </a:prstGeom>
          <a:noFill/>
        </p:spPr>
        <p:txBody>
          <a:bodyPr wrap="square" rtlCol="0">
            <a:spAutoFit/>
          </a:bodyPr>
          <a:lstStyle/>
          <a:p>
            <a:r>
              <a:rPr lang="en-US" sz="3200" b="1" dirty="0">
                <a:solidFill>
                  <a:srgbClr val="CADF7B"/>
                </a:solidFill>
                <a:latin typeface="Future TimeSplitters" panose="02000500000000000000" pitchFamily="2" charset="0"/>
              </a:rPr>
              <a:t>z</a:t>
            </a:r>
          </a:p>
        </p:txBody>
      </p:sp>
      <p:sp>
        <p:nvSpPr>
          <p:cNvPr id="9" name="TextBox 8">
            <a:extLst>
              <a:ext uri="{FF2B5EF4-FFF2-40B4-BE49-F238E27FC236}">
                <a16:creationId xmlns:a16="http://schemas.microsoft.com/office/drawing/2014/main" id="{23D1FFD7-A952-5A66-B633-A0ADCB1DCDF0}"/>
              </a:ext>
            </a:extLst>
          </p:cNvPr>
          <p:cNvSpPr txBox="1"/>
          <p:nvPr/>
        </p:nvSpPr>
        <p:spPr>
          <a:xfrm>
            <a:off x="2048596" y="1690688"/>
            <a:ext cx="369550" cy="769441"/>
          </a:xfrm>
          <a:prstGeom prst="rect">
            <a:avLst/>
          </a:prstGeom>
          <a:noFill/>
        </p:spPr>
        <p:txBody>
          <a:bodyPr wrap="square" rtlCol="0">
            <a:spAutoFit/>
          </a:bodyPr>
          <a:lstStyle/>
          <a:p>
            <a:r>
              <a:rPr lang="en-US" sz="4400" b="1" dirty="0">
                <a:solidFill>
                  <a:srgbClr val="CADF7B"/>
                </a:solidFill>
                <a:latin typeface="Future TimeSplitters" panose="02000500000000000000" pitchFamily="2" charset="0"/>
              </a:rPr>
              <a:t>z</a:t>
            </a:r>
          </a:p>
        </p:txBody>
      </p:sp>
      <p:sp>
        <p:nvSpPr>
          <p:cNvPr id="10" name="TextBox 9">
            <a:extLst>
              <a:ext uri="{FF2B5EF4-FFF2-40B4-BE49-F238E27FC236}">
                <a16:creationId xmlns:a16="http://schemas.microsoft.com/office/drawing/2014/main" id="{BF986041-FFC4-4F95-3B96-A0495FE2BB9C}"/>
              </a:ext>
            </a:extLst>
          </p:cNvPr>
          <p:cNvSpPr txBox="1"/>
          <p:nvPr/>
        </p:nvSpPr>
        <p:spPr>
          <a:xfrm>
            <a:off x="2404130" y="1261516"/>
            <a:ext cx="369550" cy="1015663"/>
          </a:xfrm>
          <a:prstGeom prst="rect">
            <a:avLst/>
          </a:prstGeom>
          <a:noFill/>
        </p:spPr>
        <p:txBody>
          <a:bodyPr wrap="square" rtlCol="0">
            <a:spAutoFit/>
          </a:bodyPr>
          <a:lstStyle/>
          <a:p>
            <a:r>
              <a:rPr lang="en-US" sz="6000" b="1" dirty="0">
                <a:solidFill>
                  <a:srgbClr val="CADF7B"/>
                </a:solidFill>
                <a:latin typeface="Future TimeSplitters" panose="02000500000000000000" pitchFamily="2" charset="0"/>
              </a:rPr>
              <a:t>z</a:t>
            </a:r>
          </a:p>
        </p:txBody>
      </p:sp>
      <p:sp>
        <p:nvSpPr>
          <p:cNvPr id="3" name="Snake Pointer">
            <a:extLst>
              <a:ext uri="{FF2B5EF4-FFF2-40B4-BE49-F238E27FC236}">
                <a16:creationId xmlns:a16="http://schemas.microsoft.com/office/drawing/2014/main" id="{19BBD00A-FACA-ED2E-9873-E3493C635EAF}"/>
              </a:ext>
            </a:extLst>
          </p:cNvPr>
          <p:cNvSpPr txBox="1"/>
          <p:nvPr/>
        </p:nvSpPr>
        <p:spPr>
          <a:xfrm>
            <a:off x="7364730" y="3206234"/>
            <a:ext cx="518160" cy="369332"/>
          </a:xfrm>
          <a:prstGeom prst="rect">
            <a:avLst/>
          </a:prstGeom>
          <a:noFill/>
          <a:scene3d>
            <a:camera prst="orthographicFront">
              <a:rot lat="0" lon="10800000" rev="0"/>
            </a:camera>
            <a:lightRig rig="threePt" dir="t"/>
          </a:scene3d>
          <a:sp3d/>
        </p:spPr>
        <p:txBody>
          <a:bodyPr wrap="square" rtlCol="0">
            <a:spAutoFit/>
          </a:bodyPr>
          <a:lstStyle/>
          <a:p>
            <a:r>
              <a:rPr lang="en-US" dirty="0"/>
              <a:t>🐍</a:t>
            </a:r>
          </a:p>
        </p:txBody>
      </p:sp>
      <p:sp>
        <p:nvSpPr>
          <p:cNvPr id="14" name="Highlight">
            <a:extLst>
              <a:ext uri="{FF2B5EF4-FFF2-40B4-BE49-F238E27FC236}">
                <a16:creationId xmlns:a16="http://schemas.microsoft.com/office/drawing/2014/main" id="{F058AD21-21FD-A58D-6799-572F454FB782}"/>
              </a:ext>
            </a:extLst>
          </p:cNvPr>
          <p:cNvSpPr/>
          <p:nvPr/>
        </p:nvSpPr>
        <p:spPr>
          <a:xfrm>
            <a:off x="8067675" y="3183493"/>
            <a:ext cx="2943225" cy="369332"/>
          </a:xfrm>
          <a:prstGeom prst="rect">
            <a:avLst/>
          </a:prstGeom>
          <a:solidFill>
            <a:srgbClr val="FFDD00">
              <a:alpha val="25098"/>
            </a:srgbClr>
          </a:solidFill>
          <a:ln w="38100">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82430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par>
                                <p:cTn id="12" presetID="22" presetClass="entr" presetSubtype="1" fill="hold" grpId="0" nodeType="withEffect">
                                  <p:stCondLst>
                                    <p:cond delay="100"/>
                                  </p:stCondLst>
                                  <p:childTnLst>
                                    <p:set>
                                      <p:cBhvr>
                                        <p:cTn id="13" dur="1" fill="hold">
                                          <p:stCondLst>
                                            <p:cond delay="0"/>
                                          </p:stCondLst>
                                        </p:cTn>
                                        <p:tgtEl>
                                          <p:spTgt spid="7"/>
                                        </p:tgtEl>
                                        <p:attrNameLst>
                                          <p:attrName>style.visibility</p:attrName>
                                        </p:attrNameLst>
                                      </p:cBhvr>
                                      <p:to>
                                        <p:strVal val="visible"/>
                                      </p:to>
                                    </p:set>
                                    <p:animEffect transition="in" filter="wipe(up)">
                                      <p:cBhvr>
                                        <p:cTn id="14" dur="500"/>
                                        <p:tgtEl>
                                          <p:spTgt spid="7"/>
                                        </p:tgtEl>
                                      </p:cBhvr>
                                    </p:animEffect>
                                  </p:childTnLst>
                                </p:cTn>
                              </p:par>
                              <p:par>
                                <p:cTn id="15" presetID="42" presetClass="entr" presetSubtype="0" fill="hold" grpId="0" nodeType="withEffect">
                                  <p:stCondLst>
                                    <p:cond delay="40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anim calcmode="lin" valueType="num">
                                      <p:cBhvr>
                                        <p:cTn id="18" dur="500" fill="hold"/>
                                        <p:tgtEl>
                                          <p:spTgt spid="8"/>
                                        </p:tgtEl>
                                        <p:attrNameLst>
                                          <p:attrName>ppt_x</p:attrName>
                                        </p:attrNameLst>
                                      </p:cBhvr>
                                      <p:tavLst>
                                        <p:tav tm="0">
                                          <p:val>
                                            <p:strVal val="#ppt_x"/>
                                          </p:val>
                                        </p:tav>
                                        <p:tav tm="100000">
                                          <p:val>
                                            <p:strVal val="#ppt_x"/>
                                          </p:val>
                                        </p:tav>
                                      </p:tavLst>
                                    </p:anim>
                                    <p:anim calcmode="lin" valueType="num">
                                      <p:cBhvr>
                                        <p:cTn id="19" dur="5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1400"/>
                            </p:stCondLst>
                            <p:childTnLst>
                              <p:par>
                                <p:cTn id="21" presetID="42"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anim calcmode="lin" valueType="num">
                                      <p:cBhvr>
                                        <p:cTn id="24" dur="500" fill="hold"/>
                                        <p:tgtEl>
                                          <p:spTgt spid="9"/>
                                        </p:tgtEl>
                                        <p:attrNameLst>
                                          <p:attrName>ppt_x</p:attrName>
                                        </p:attrNameLst>
                                      </p:cBhvr>
                                      <p:tavLst>
                                        <p:tav tm="0">
                                          <p:val>
                                            <p:strVal val="#ppt_x"/>
                                          </p:val>
                                        </p:tav>
                                        <p:tav tm="100000">
                                          <p:val>
                                            <p:strVal val="#ppt_x"/>
                                          </p:val>
                                        </p:tav>
                                      </p:tavLst>
                                    </p:anim>
                                    <p:anim calcmode="lin" valueType="num">
                                      <p:cBhvr>
                                        <p:cTn id="25" dur="500" fill="hold"/>
                                        <p:tgtEl>
                                          <p:spTgt spid="9"/>
                                        </p:tgtEl>
                                        <p:attrNameLst>
                                          <p:attrName>ppt_y</p:attrName>
                                        </p:attrNameLst>
                                      </p:cBhvr>
                                      <p:tavLst>
                                        <p:tav tm="0">
                                          <p:val>
                                            <p:strVal val="#ppt_y+.1"/>
                                          </p:val>
                                        </p:tav>
                                        <p:tav tm="100000">
                                          <p:val>
                                            <p:strVal val="#ppt_y"/>
                                          </p:val>
                                        </p:tav>
                                      </p:tavLst>
                                    </p:anim>
                                  </p:childTnLst>
                                </p:cTn>
                              </p:par>
                            </p:childTnLst>
                          </p:cTn>
                        </p:par>
                        <p:par>
                          <p:cTn id="26" fill="hold">
                            <p:stCondLst>
                              <p:cond delay="1900"/>
                            </p:stCondLst>
                            <p:childTnLst>
                              <p:par>
                                <p:cTn id="27" presetID="42"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anim calcmode="lin" valueType="num">
                                      <p:cBhvr>
                                        <p:cTn id="30" dur="500" fill="hold"/>
                                        <p:tgtEl>
                                          <p:spTgt spid="10"/>
                                        </p:tgtEl>
                                        <p:attrNameLst>
                                          <p:attrName>ppt_x</p:attrName>
                                        </p:attrNameLst>
                                      </p:cBhvr>
                                      <p:tavLst>
                                        <p:tav tm="0">
                                          <p:val>
                                            <p:strVal val="#ppt_x"/>
                                          </p:val>
                                        </p:tav>
                                        <p:tav tm="100000">
                                          <p:val>
                                            <p:strVal val="#ppt_x"/>
                                          </p:val>
                                        </p:tav>
                                      </p:tavLst>
                                    </p:anim>
                                    <p:anim calcmode="lin" valueType="num">
                                      <p:cBhvr>
                                        <p:cTn id="31"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P spid="10" grpId="0"/>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2AFC9-B8BE-19A0-EBCA-9FB61CFE2C51}"/>
              </a:ext>
            </a:extLst>
          </p:cNvPr>
          <p:cNvSpPr>
            <a:spLocks noGrp="1"/>
          </p:cNvSpPr>
          <p:nvPr>
            <p:ph type="title"/>
          </p:nvPr>
        </p:nvSpPr>
        <p:spPr>
          <a:xfrm>
            <a:off x="838200" y="365125"/>
            <a:ext cx="10515600" cy="1325563"/>
          </a:xfrm>
        </p:spPr>
        <p:txBody>
          <a:bodyPr/>
          <a:lstStyle/>
          <a:p>
            <a:r>
              <a:rPr lang="en-US" b="1" dirty="0"/>
              <a:t>Python Executes Instructions</a:t>
            </a:r>
          </a:p>
        </p:txBody>
      </p:sp>
      <p:sp>
        <p:nvSpPr>
          <p:cNvPr id="6" name="Rectangle 5">
            <a:extLst>
              <a:ext uri="{FF2B5EF4-FFF2-40B4-BE49-F238E27FC236}">
                <a16:creationId xmlns:a16="http://schemas.microsoft.com/office/drawing/2014/main" id="{5C69BDA2-36B2-66FC-5C41-C5451CCBCEC6}"/>
              </a:ext>
            </a:extLst>
          </p:cNvPr>
          <p:cNvSpPr/>
          <p:nvPr/>
        </p:nvSpPr>
        <p:spPr>
          <a:xfrm>
            <a:off x="7661910" y="1690688"/>
            <a:ext cx="3691890" cy="2846070"/>
          </a:xfrm>
          <a:prstGeom prst="rect">
            <a:avLst/>
          </a:prstGeom>
          <a:ln w="28575">
            <a:noFill/>
          </a:ln>
          <a:effectLst>
            <a:glow rad="228600">
              <a:schemeClr val="accent2">
                <a:satMod val="175000"/>
                <a:alpha val="40000"/>
              </a:schemeClr>
            </a:glow>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4800" dirty="0">
                <a:solidFill>
                  <a:schemeClr val="bg1"/>
                </a:solidFill>
                <a:latin typeface="Future TimeSplitters" panose="02000500000000000000" pitchFamily="2" charset="0"/>
              </a:rPr>
              <a:t>Magical Scroll</a:t>
            </a:r>
          </a:p>
          <a:p>
            <a:endParaRPr lang="en-US" sz="2400" dirty="0">
              <a:solidFill>
                <a:schemeClr val="bg1"/>
              </a:solidFill>
            </a:endParaRPr>
          </a:p>
          <a:p>
            <a:pPr marL="342900" indent="-342900">
              <a:buAutoNum type="arabicPeriod"/>
            </a:pPr>
            <a:r>
              <a:rPr lang="en-US" sz="2400" dirty="0">
                <a:solidFill>
                  <a:schemeClr val="bg1"/>
                </a:solidFill>
              </a:rPr>
              <a:t>Say “Hi”</a:t>
            </a:r>
          </a:p>
          <a:p>
            <a:pPr marL="342900" indent="-342900">
              <a:buAutoNum type="arabicPeriod"/>
            </a:pPr>
            <a:r>
              <a:rPr lang="en-US" sz="2400" dirty="0">
                <a:solidFill>
                  <a:schemeClr val="bg1"/>
                </a:solidFill>
              </a:rPr>
              <a:t>Sleep for 5 seconds</a:t>
            </a:r>
          </a:p>
          <a:p>
            <a:pPr marL="342900" indent="-342900">
              <a:buAutoNum type="arabicPeriod"/>
            </a:pPr>
            <a:r>
              <a:rPr lang="en-US" sz="2400" dirty="0">
                <a:solidFill>
                  <a:schemeClr val="bg1"/>
                </a:solidFill>
              </a:rPr>
              <a:t>Calculate 4+4</a:t>
            </a:r>
          </a:p>
          <a:p>
            <a:pPr marL="342900" indent="-342900">
              <a:buAutoNum type="arabicPeriod"/>
            </a:pPr>
            <a:r>
              <a:rPr lang="en-US" sz="2400" dirty="0">
                <a:solidFill>
                  <a:schemeClr val="bg1"/>
                </a:solidFill>
              </a:rPr>
              <a:t>Do a flip</a:t>
            </a:r>
          </a:p>
        </p:txBody>
      </p:sp>
      <p:pic>
        <p:nvPicPr>
          <p:cNvPr id="2052" name="Picture 4" descr="I Just Really Like Snakes Ok Funny Snake Reptile Python Tote Bag by EQ  Designs - Pixels">
            <a:extLst>
              <a:ext uri="{FF2B5EF4-FFF2-40B4-BE49-F238E27FC236}">
                <a16:creationId xmlns:a16="http://schemas.microsoft.com/office/drawing/2014/main" id="{FFE8714D-8D74-E70B-4D03-53BE1ED274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077" t="4127" r="20453" b="30210"/>
          <a:stretch/>
        </p:blipFill>
        <p:spPr bwMode="auto">
          <a:xfrm>
            <a:off x="304801" y="2421775"/>
            <a:ext cx="3580014" cy="4378036"/>
          </a:xfrm>
          <a:prstGeom prst="rect">
            <a:avLst/>
          </a:prstGeom>
          <a:noFill/>
          <a:extLst>
            <a:ext uri="{909E8E84-426E-40DD-AFC4-6F175D3DCCD1}">
              <a14:hiddenFill xmlns:a14="http://schemas.microsoft.com/office/drawing/2010/main">
                <a:solidFill>
                  <a:srgbClr val="FFFFFF"/>
                </a:solidFill>
              </a14:hiddenFill>
            </a:ext>
          </a:extLst>
        </p:spPr>
      </p:pic>
      <p:sp>
        <p:nvSpPr>
          <p:cNvPr id="11" name="Speech Bubble: Oval 10">
            <a:extLst>
              <a:ext uri="{FF2B5EF4-FFF2-40B4-BE49-F238E27FC236}">
                <a16:creationId xmlns:a16="http://schemas.microsoft.com/office/drawing/2014/main" id="{C052DB91-3627-487D-9CD8-6F5363584137}"/>
              </a:ext>
            </a:extLst>
          </p:cNvPr>
          <p:cNvSpPr/>
          <p:nvPr/>
        </p:nvSpPr>
        <p:spPr>
          <a:xfrm>
            <a:off x="3373756" y="1598931"/>
            <a:ext cx="2617470" cy="1578292"/>
          </a:xfrm>
          <a:prstGeom prst="wedgeEllipseCallout">
            <a:avLst>
              <a:gd name="adj1" fmla="val -60648"/>
              <a:gd name="adj2" fmla="val 42861"/>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5400" dirty="0"/>
              <a:t>8</a:t>
            </a:r>
          </a:p>
        </p:txBody>
      </p:sp>
      <p:sp>
        <p:nvSpPr>
          <p:cNvPr id="12" name="Freeform: Shape 11">
            <a:extLst>
              <a:ext uri="{FF2B5EF4-FFF2-40B4-BE49-F238E27FC236}">
                <a16:creationId xmlns:a16="http://schemas.microsoft.com/office/drawing/2014/main" id="{72D8D264-B3C0-D092-6CC2-B68C5D8560D4}"/>
              </a:ext>
            </a:extLst>
          </p:cNvPr>
          <p:cNvSpPr/>
          <p:nvPr/>
        </p:nvSpPr>
        <p:spPr>
          <a:xfrm>
            <a:off x="1678628" y="3416122"/>
            <a:ext cx="266351" cy="178146"/>
          </a:xfrm>
          <a:custGeom>
            <a:avLst/>
            <a:gdLst>
              <a:gd name="connsiteX0" fmla="*/ 0 w 243192"/>
              <a:gd name="connsiteY0" fmla="*/ 58543 h 180138"/>
              <a:gd name="connsiteX1" fmla="*/ 0 w 243192"/>
              <a:gd name="connsiteY1" fmla="*/ 58543 h 180138"/>
              <a:gd name="connsiteX2" fmla="*/ 34047 w 243192"/>
              <a:gd name="connsiteY2" fmla="*/ 97453 h 180138"/>
              <a:gd name="connsiteX3" fmla="*/ 48639 w 243192"/>
              <a:gd name="connsiteY3" fmla="*/ 116909 h 180138"/>
              <a:gd name="connsiteX4" fmla="*/ 87549 w 243192"/>
              <a:gd name="connsiteY4" fmla="*/ 141228 h 180138"/>
              <a:gd name="connsiteX5" fmla="*/ 111868 w 243192"/>
              <a:gd name="connsiteY5" fmla="*/ 155819 h 180138"/>
              <a:gd name="connsiteX6" fmla="*/ 136187 w 243192"/>
              <a:gd name="connsiteY6" fmla="*/ 160683 h 180138"/>
              <a:gd name="connsiteX7" fmla="*/ 165370 w 243192"/>
              <a:gd name="connsiteY7" fmla="*/ 170411 h 180138"/>
              <a:gd name="connsiteX8" fmla="*/ 214009 w 243192"/>
              <a:gd name="connsiteY8" fmla="*/ 180138 h 180138"/>
              <a:gd name="connsiteX9" fmla="*/ 223736 w 243192"/>
              <a:gd name="connsiteY9" fmla="*/ 160683 h 180138"/>
              <a:gd name="connsiteX10" fmla="*/ 233464 w 243192"/>
              <a:gd name="connsiteY10" fmla="*/ 63406 h 180138"/>
              <a:gd name="connsiteX11" fmla="*/ 243192 w 243192"/>
              <a:gd name="connsiteY11" fmla="*/ 24496 h 180138"/>
              <a:gd name="connsiteX12" fmla="*/ 238328 w 243192"/>
              <a:gd name="connsiteY12" fmla="*/ 5041 h 180138"/>
              <a:gd name="connsiteX13" fmla="*/ 199417 w 243192"/>
              <a:gd name="connsiteY13" fmla="*/ 9904 h 180138"/>
              <a:gd name="connsiteX14" fmla="*/ 160507 w 243192"/>
              <a:gd name="connsiteY14" fmla="*/ 39087 h 180138"/>
              <a:gd name="connsiteX15" fmla="*/ 145915 w 243192"/>
              <a:gd name="connsiteY15" fmla="*/ 48815 h 180138"/>
              <a:gd name="connsiteX16" fmla="*/ 131324 w 243192"/>
              <a:gd name="connsiteY16" fmla="*/ 53679 h 180138"/>
              <a:gd name="connsiteX17" fmla="*/ 111868 w 243192"/>
              <a:gd name="connsiteY17" fmla="*/ 58543 h 180138"/>
              <a:gd name="connsiteX18" fmla="*/ 97277 w 243192"/>
              <a:gd name="connsiteY18" fmla="*/ 63406 h 180138"/>
              <a:gd name="connsiteX19" fmla="*/ 0 w 243192"/>
              <a:gd name="connsiteY19" fmla="*/ 58543 h 180138"/>
              <a:gd name="connsiteX0" fmla="*/ 0 w 243284"/>
              <a:gd name="connsiteY0" fmla="*/ 75279 h 196874"/>
              <a:gd name="connsiteX1" fmla="*/ 0 w 243284"/>
              <a:gd name="connsiteY1" fmla="*/ 75279 h 196874"/>
              <a:gd name="connsiteX2" fmla="*/ 34047 w 243284"/>
              <a:gd name="connsiteY2" fmla="*/ 114189 h 196874"/>
              <a:gd name="connsiteX3" fmla="*/ 48639 w 243284"/>
              <a:gd name="connsiteY3" fmla="*/ 133645 h 196874"/>
              <a:gd name="connsiteX4" fmla="*/ 87549 w 243284"/>
              <a:gd name="connsiteY4" fmla="*/ 157964 h 196874"/>
              <a:gd name="connsiteX5" fmla="*/ 111868 w 243284"/>
              <a:gd name="connsiteY5" fmla="*/ 172555 h 196874"/>
              <a:gd name="connsiteX6" fmla="*/ 136187 w 243284"/>
              <a:gd name="connsiteY6" fmla="*/ 177419 h 196874"/>
              <a:gd name="connsiteX7" fmla="*/ 165370 w 243284"/>
              <a:gd name="connsiteY7" fmla="*/ 187147 h 196874"/>
              <a:gd name="connsiteX8" fmla="*/ 214009 w 243284"/>
              <a:gd name="connsiteY8" fmla="*/ 196874 h 196874"/>
              <a:gd name="connsiteX9" fmla="*/ 223736 w 243284"/>
              <a:gd name="connsiteY9" fmla="*/ 177419 h 196874"/>
              <a:gd name="connsiteX10" fmla="*/ 233464 w 243284"/>
              <a:gd name="connsiteY10" fmla="*/ 80142 h 196874"/>
              <a:gd name="connsiteX11" fmla="*/ 243192 w 243284"/>
              <a:gd name="connsiteY11" fmla="*/ 41232 h 196874"/>
              <a:gd name="connsiteX12" fmla="*/ 226799 w 243284"/>
              <a:gd name="connsiteY12" fmla="*/ 3070 h 196874"/>
              <a:gd name="connsiteX13" fmla="*/ 199417 w 243284"/>
              <a:gd name="connsiteY13" fmla="*/ 26640 h 196874"/>
              <a:gd name="connsiteX14" fmla="*/ 160507 w 243284"/>
              <a:gd name="connsiteY14" fmla="*/ 55823 h 196874"/>
              <a:gd name="connsiteX15" fmla="*/ 145915 w 243284"/>
              <a:gd name="connsiteY15" fmla="*/ 65551 h 196874"/>
              <a:gd name="connsiteX16" fmla="*/ 131324 w 243284"/>
              <a:gd name="connsiteY16" fmla="*/ 70415 h 196874"/>
              <a:gd name="connsiteX17" fmla="*/ 111868 w 243284"/>
              <a:gd name="connsiteY17" fmla="*/ 75279 h 196874"/>
              <a:gd name="connsiteX18" fmla="*/ 97277 w 243284"/>
              <a:gd name="connsiteY18" fmla="*/ 80142 h 196874"/>
              <a:gd name="connsiteX19" fmla="*/ 0 w 243284"/>
              <a:gd name="connsiteY19" fmla="*/ 75279 h 196874"/>
              <a:gd name="connsiteX0" fmla="*/ 0 w 233606"/>
              <a:gd name="connsiteY0" fmla="*/ 72612 h 194207"/>
              <a:gd name="connsiteX1" fmla="*/ 0 w 233606"/>
              <a:gd name="connsiteY1" fmla="*/ 72612 h 194207"/>
              <a:gd name="connsiteX2" fmla="*/ 34047 w 233606"/>
              <a:gd name="connsiteY2" fmla="*/ 111522 h 194207"/>
              <a:gd name="connsiteX3" fmla="*/ 48639 w 233606"/>
              <a:gd name="connsiteY3" fmla="*/ 130978 h 194207"/>
              <a:gd name="connsiteX4" fmla="*/ 87549 w 233606"/>
              <a:gd name="connsiteY4" fmla="*/ 155297 h 194207"/>
              <a:gd name="connsiteX5" fmla="*/ 111868 w 233606"/>
              <a:gd name="connsiteY5" fmla="*/ 169888 h 194207"/>
              <a:gd name="connsiteX6" fmla="*/ 136187 w 233606"/>
              <a:gd name="connsiteY6" fmla="*/ 174752 h 194207"/>
              <a:gd name="connsiteX7" fmla="*/ 165370 w 233606"/>
              <a:gd name="connsiteY7" fmla="*/ 184480 h 194207"/>
              <a:gd name="connsiteX8" fmla="*/ 214009 w 233606"/>
              <a:gd name="connsiteY8" fmla="*/ 194207 h 194207"/>
              <a:gd name="connsiteX9" fmla="*/ 223736 w 233606"/>
              <a:gd name="connsiteY9" fmla="*/ 174752 h 194207"/>
              <a:gd name="connsiteX10" fmla="*/ 233464 w 233606"/>
              <a:gd name="connsiteY10" fmla="*/ 77475 h 194207"/>
              <a:gd name="connsiteX11" fmla="*/ 229357 w 233606"/>
              <a:gd name="connsiteY11" fmla="*/ 43910 h 194207"/>
              <a:gd name="connsiteX12" fmla="*/ 226799 w 233606"/>
              <a:gd name="connsiteY12" fmla="*/ 403 h 194207"/>
              <a:gd name="connsiteX13" fmla="*/ 199417 w 233606"/>
              <a:gd name="connsiteY13" fmla="*/ 23973 h 194207"/>
              <a:gd name="connsiteX14" fmla="*/ 160507 w 233606"/>
              <a:gd name="connsiteY14" fmla="*/ 53156 h 194207"/>
              <a:gd name="connsiteX15" fmla="*/ 145915 w 233606"/>
              <a:gd name="connsiteY15" fmla="*/ 62884 h 194207"/>
              <a:gd name="connsiteX16" fmla="*/ 131324 w 233606"/>
              <a:gd name="connsiteY16" fmla="*/ 67748 h 194207"/>
              <a:gd name="connsiteX17" fmla="*/ 111868 w 233606"/>
              <a:gd name="connsiteY17" fmla="*/ 72612 h 194207"/>
              <a:gd name="connsiteX18" fmla="*/ 97277 w 233606"/>
              <a:gd name="connsiteY18" fmla="*/ 77475 h 194207"/>
              <a:gd name="connsiteX19" fmla="*/ 0 w 233606"/>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23736 w 230114"/>
              <a:gd name="connsiteY9" fmla="*/ 174752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09900 w 230114"/>
              <a:gd name="connsiteY9" fmla="*/ 169406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09900 w 230114"/>
              <a:gd name="connsiteY9" fmla="*/ 169406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12206 w 230114"/>
              <a:gd name="connsiteY9" fmla="*/ 121301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12206 w 230114"/>
              <a:gd name="connsiteY9" fmla="*/ 121301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0 w 230114"/>
              <a:gd name="connsiteY0" fmla="*/ 7261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16817 w 230114"/>
              <a:gd name="connsiteY9" fmla="*/ 121301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0 w 230114"/>
              <a:gd name="connsiteY19" fmla="*/ 72612 h 194207"/>
              <a:gd name="connsiteX0" fmla="*/ 2306 w 230114"/>
              <a:gd name="connsiteY0" fmla="*/ 61922 h 194207"/>
              <a:gd name="connsiteX1" fmla="*/ 0 w 230114"/>
              <a:gd name="connsiteY1" fmla="*/ 72612 h 194207"/>
              <a:gd name="connsiteX2" fmla="*/ 34047 w 230114"/>
              <a:gd name="connsiteY2" fmla="*/ 111522 h 194207"/>
              <a:gd name="connsiteX3" fmla="*/ 48639 w 230114"/>
              <a:gd name="connsiteY3" fmla="*/ 130978 h 194207"/>
              <a:gd name="connsiteX4" fmla="*/ 87549 w 230114"/>
              <a:gd name="connsiteY4" fmla="*/ 155297 h 194207"/>
              <a:gd name="connsiteX5" fmla="*/ 111868 w 230114"/>
              <a:gd name="connsiteY5" fmla="*/ 169888 h 194207"/>
              <a:gd name="connsiteX6" fmla="*/ 136187 w 230114"/>
              <a:gd name="connsiteY6" fmla="*/ 174752 h 194207"/>
              <a:gd name="connsiteX7" fmla="*/ 165370 w 230114"/>
              <a:gd name="connsiteY7" fmla="*/ 184480 h 194207"/>
              <a:gd name="connsiteX8" fmla="*/ 214009 w 230114"/>
              <a:gd name="connsiteY8" fmla="*/ 194207 h 194207"/>
              <a:gd name="connsiteX9" fmla="*/ 216817 w 230114"/>
              <a:gd name="connsiteY9" fmla="*/ 121301 h 194207"/>
              <a:gd name="connsiteX10" fmla="*/ 224240 w 230114"/>
              <a:gd name="connsiteY10" fmla="*/ 74802 h 194207"/>
              <a:gd name="connsiteX11" fmla="*/ 229357 w 230114"/>
              <a:gd name="connsiteY11" fmla="*/ 43910 h 194207"/>
              <a:gd name="connsiteX12" fmla="*/ 226799 w 230114"/>
              <a:gd name="connsiteY12" fmla="*/ 403 h 194207"/>
              <a:gd name="connsiteX13" fmla="*/ 199417 w 230114"/>
              <a:gd name="connsiteY13" fmla="*/ 23973 h 194207"/>
              <a:gd name="connsiteX14" fmla="*/ 160507 w 230114"/>
              <a:gd name="connsiteY14" fmla="*/ 53156 h 194207"/>
              <a:gd name="connsiteX15" fmla="*/ 145915 w 230114"/>
              <a:gd name="connsiteY15" fmla="*/ 62884 h 194207"/>
              <a:gd name="connsiteX16" fmla="*/ 131324 w 230114"/>
              <a:gd name="connsiteY16" fmla="*/ 67748 h 194207"/>
              <a:gd name="connsiteX17" fmla="*/ 111868 w 230114"/>
              <a:gd name="connsiteY17" fmla="*/ 72612 h 194207"/>
              <a:gd name="connsiteX18" fmla="*/ 97277 w 230114"/>
              <a:gd name="connsiteY18" fmla="*/ 77475 h 194207"/>
              <a:gd name="connsiteX19" fmla="*/ 2306 w 230114"/>
              <a:gd name="connsiteY19" fmla="*/ 61922 h 194207"/>
              <a:gd name="connsiteX0" fmla="*/ 2306 w 230114"/>
              <a:gd name="connsiteY0" fmla="*/ 61922 h 199551"/>
              <a:gd name="connsiteX1" fmla="*/ 0 w 230114"/>
              <a:gd name="connsiteY1" fmla="*/ 72612 h 199551"/>
              <a:gd name="connsiteX2" fmla="*/ 34047 w 230114"/>
              <a:gd name="connsiteY2" fmla="*/ 111522 h 199551"/>
              <a:gd name="connsiteX3" fmla="*/ 48639 w 230114"/>
              <a:gd name="connsiteY3" fmla="*/ 130978 h 199551"/>
              <a:gd name="connsiteX4" fmla="*/ 87549 w 230114"/>
              <a:gd name="connsiteY4" fmla="*/ 155297 h 199551"/>
              <a:gd name="connsiteX5" fmla="*/ 111868 w 230114"/>
              <a:gd name="connsiteY5" fmla="*/ 169888 h 199551"/>
              <a:gd name="connsiteX6" fmla="*/ 136187 w 230114"/>
              <a:gd name="connsiteY6" fmla="*/ 174752 h 199551"/>
              <a:gd name="connsiteX7" fmla="*/ 165370 w 230114"/>
              <a:gd name="connsiteY7" fmla="*/ 184480 h 199551"/>
              <a:gd name="connsiteX8" fmla="*/ 204785 w 230114"/>
              <a:gd name="connsiteY8" fmla="*/ 199551 h 199551"/>
              <a:gd name="connsiteX9" fmla="*/ 216817 w 230114"/>
              <a:gd name="connsiteY9" fmla="*/ 121301 h 199551"/>
              <a:gd name="connsiteX10" fmla="*/ 224240 w 230114"/>
              <a:gd name="connsiteY10" fmla="*/ 74802 h 199551"/>
              <a:gd name="connsiteX11" fmla="*/ 229357 w 230114"/>
              <a:gd name="connsiteY11" fmla="*/ 43910 h 199551"/>
              <a:gd name="connsiteX12" fmla="*/ 226799 w 230114"/>
              <a:gd name="connsiteY12" fmla="*/ 403 h 199551"/>
              <a:gd name="connsiteX13" fmla="*/ 199417 w 230114"/>
              <a:gd name="connsiteY13" fmla="*/ 23973 h 199551"/>
              <a:gd name="connsiteX14" fmla="*/ 160507 w 230114"/>
              <a:gd name="connsiteY14" fmla="*/ 53156 h 199551"/>
              <a:gd name="connsiteX15" fmla="*/ 145915 w 230114"/>
              <a:gd name="connsiteY15" fmla="*/ 62884 h 199551"/>
              <a:gd name="connsiteX16" fmla="*/ 131324 w 230114"/>
              <a:gd name="connsiteY16" fmla="*/ 67748 h 199551"/>
              <a:gd name="connsiteX17" fmla="*/ 111868 w 230114"/>
              <a:gd name="connsiteY17" fmla="*/ 72612 h 199551"/>
              <a:gd name="connsiteX18" fmla="*/ 97277 w 230114"/>
              <a:gd name="connsiteY18" fmla="*/ 77475 h 199551"/>
              <a:gd name="connsiteX19" fmla="*/ 2306 w 230114"/>
              <a:gd name="connsiteY19" fmla="*/ 61922 h 199551"/>
              <a:gd name="connsiteX0" fmla="*/ 2306 w 230253"/>
              <a:gd name="connsiteY0" fmla="*/ 62306 h 199935"/>
              <a:gd name="connsiteX1" fmla="*/ 0 w 230253"/>
              <a:gd name="connsiteY1" fmla="*/ 72996 h 199935"/>
              <a:gd name="connsiteX2" fmla="*/ 34047 w 230253"/>
              <a:gd name="connsiteY2" fmla="*/ 111906 h 199935"/>
              <a:gd name="connsiteX3" fmla="*/ 48639 w 230253"/>
              <a:gd name="connsiteY3" fmla="*/ 131362 h 199935"/>
              <a:gd name="connsiteX4" fmla="*/ 87549 w 230253"/>
              <a:gd name="connsiteY4" fmla="*/ 155681 h 199935"/>
              <a:gd name="connsiteX5" fmla="*/ 111868 w 230253"/>
              <a:gd name="connsiteY5" fmla="*/ 170272 h 199935"/>
              <a:gd name="connsiteX6" fmla="*/ 136187 w 230253"/>
              <a:gd name="connsiteY6" fmla="*/ 175136 h 199935"/>
              <a:gd name="connsiteX7" fmla="*/ 165370 w 230253"/>
              <a:gd name="connsiteY7" fmla="*/ 184864 h 199935"/>
              <a:gd name="connsiteX8" fmla="*/ 204785 w 230253"/>
              <a:gd name="connsiteY8" fmla="*/ 199935 h 199935"/>
              <a:gd name="connsiteX9" fmla="*/ 216817 w 230253"/>
              <a:gd name="connsiteY9" fmla="*/ 121685 h 199935"/>
              <a:gd name="connsiteX10" fmla="*/ 224240 w 230253"/>
              <a:gd name="connsiteY10" fmla="*/ 75186 h 199935"/>
              <a:gd name="connsiteX11" fmla="*/ 229357 w 230253"/>
              <a:gd name="connsiteY11" fmla="*/ 44294 h 199935"/>
              <a:gd name="connsiteX12" fmla="*/ 226799 w 230253"/>
              <a:gd name="connsiteY12" fmla="*/ 787 h 199935"/>
              <a:gd name="connsiteX13" fmla="*/ 197110 w 230253"/>
              <a:gd name="connsiteY13" fmla="*/ 19012 h 199935"/>
              <a:gd name="connsiteX14" fmla="*/ 160507 w 230253"/>
              <a:gd name="connsiteY14" fmla="*/ 53540 h 199935"/>
              <a:gd name="connsiteX15" fmla="*/ 145915 w 230253"/>
              <a:gd name="connsiteY15" fmla="*/ 63268 h 199935"/>
              <a:gd name="connsiteX16" fmla="*/ 131324 w 230253"/>
              <a:gd name="connsiteY16" fmla="*/ 68132 h 199935"/>
              <a:gd name="connsiteX17" fmla="*/ 111868 w 230253"/>
              <a:gd name="connsiteY17" fmla="*/ 72996 h 199935"/>
              <a:gd name="connsiteX18" fmla="*/ 97277 w 230253"/>
              <a:gd name="connsiteY18" fmla="*/ 77859 h 199935"/>
              <a:gd name="connsiteX19" fmla="*/ 2306 w 230253"/>
              <a:gd name="connsiteY19" fmla="*/ 62306 h 199935"/>
              <a:gd name="connsiteX0" fmla="*/ 2306 w 230253"/>
              <a:gd name="connsiteY0" fmla="*/ 62306 h 199935"/>
              <a:gd name="connsiteX1" fmla="*/ 0 w 230253"/>
              <a:gd name="connsiteY1" fmla="*/ 72996 h 199935"/>
              <a:gd name="connsiteX2" fmla="*/ 34047 w 230253"/>
              <a:gd name="connsiteY2" fmla="*/ 111906 h 199935"/>
              <a:gd name="connsiteX3" fmla="*/ 48639 w 230253"/>
              <a:gd name="connsiteY3" fmla="*/ 131362 h 199935"/>
              <a:gd name="connsiteX4" fmla="*/ 87549 w 230253"/>
              <a:gd name="connsiteY4" fmla="*/ 155681 h 199935"/>
              <a:gd name="connsiteX5" fmla="*/ 102645 w 230253"/>
              <a:gd name="connsiteY5" fmla="*/ 156909 h 199935"/>
              <a:gd name="connsiteX6" fmla="*/ 136187 w 230253"/>
              <a:gd name="connsiteY6" fmla="*/ 175136 h 199935"/>
              <a:gd name="connsiteX7" fmla="*/ 165370 w 230253"/>
              <a:gd name="connsiteY7" fmla="*/ 184864 h 199935"/>
              <a:gd name="connsiteX8" fmla="*/ 204785 w 230253"/>
              <a:gd name="connsiteY8" fmla="*/ 199935 h 199935"/>
              <a:gd name="connsiteX9" fmla="*/ 216817 w 230253"/>
              <a:gd name="connsiteY9" fmla="*/ 121685 h 199935"/>
              <a:gd name="connsiteX10" fmla="*/ 224240 w 230253"/>
              <a:gd name="connsiteY10" fmla="*/ 75186 h 199935"/>
              <a:gd name="connsiteX11" fmla="*/ 229357 w 230253"/>
              <a:gd name="connsiteY11" fmla="*/ 44294 h 199935"/>
              <a:gd name="connsiteX12" fmla="*/ 226799 w 230253"/>
              <a:gd name="connsiteY12" fmla="*/ 787 h 199935"/>
              <a:gd name="connsiteX13" fmla="*/ 197110 w 230253"/>
              <a:gd name="connsiteY13" fmla="*/ 19012 h 199935"/>
              <a:gd name="connsiteX14" fmla="*/ 160507 w 230253"/>
              <a:gd name="connsiteY14" fmla="*/ 53540 h 199935"/>
              <a:gd name="connsiteX15" fmla="*/ 145915 w 230253"/>
              <a:gd name="connsiteY15" fmla="*/ 63268 h 199935"/>
              <a:gd name="connsiteX16" fmla="*/ 131324 w 230253"/>
              <a:gd name="connsiteY16" fmla="*/ 68132 h 199935"/>
              <a:gd name="connsiteX17" fmla="*/ 111868 w 230253"/>
              <a:gd name="connsiteY17" fmla="*/ 72996 h 199935"/>
              <a:gd name="connsiteX18" fmla="*/ 97277 w 230253"/>
              <a:gd name="connsiteY18" fmla="*/ 77859 h 199935"/>
              <a:gd name="connsiteX19" fmla="*/ 2306 w 230253"/>
              <a:gd name="connsiteY19" fmla="*/ 62306 h 199935"/>
              <a:gd name="connsiteX0" fmla="*/ 2306 w 230253"/>
              <a:gd name="connsiteY0" fmla="*/ 62306 h 199935"/>
              <a:gd name="connsiteX1" fmla="*/ 0 w 230253"/>
              <a:gd name="connsiteY1" fmla="*/ 72996 h 199935"/>
              <a:gd name="connsiteX2" fmla="*/ 34047 w 230253"/>
              <a:gd name="connsiteY2" fmla="*/ 111906 h 199935"/>
              <a:gd name="connsiteX3" fmla="*/ 57863 w 230253"/>
              <a:gd name="connsiteY3" fmla="*/ 131362 h 199935"/>
              <a:gd name="connsiteX4" fmla="*/ 87549 w 230253"/>
              <a:gd name="connsiteY4" fmla="*/ 155681 h 199935"/>
              <a:gd name="connsiteX5" fmla="*/ 102645 w 230253"/>
              <a:gd name="connsiteY5" fmla="*/ 156909 h 199935"/>
              <a:gd name="connsiteX6" fmla="*/ 136187 w 230253"/>
              <a:gd name="connsiteY6" fmla="*/ 175136 h 199935"/>
              <a:gd name="connsiteX7" fmla="*/ 165370 w 230253"/>
              <a:gd name="connsiteY7" fmla="*/ 184864 h 199935"/>
              <a:gd name="connsiteX8" fmla="*/ 204785 w 230253"/>
              <a:gd name="connsiteY8" fmla="*/ 199935 h 199935"/>
              <a:gd name="connsiteX9" fmla="*/ 216817 w 230253"/>
              <a:gd name="connsiteY9" fmla="*/ 121685 h 199935"/>
              <a:gd name="connsiteX10" fmla="*/ 224240 w 230253"/>
              <a:gd name="connsiteY10" fmla="*/ 75186 h 199935"/>
              <a:gd name="connsiteX11" fmla="*/ 229357 w 230253"/>
              <a:gd name="connsiteY11" fmla="*/ 44294 h 199935"/>
              <a:gd name="connsiteX12" fmla="*/ 226799 w 230253"/>
              <a:gd name="connsiteY12" fmla="*/ 787 h 199935"/>
              <a:gd name="connsiteX13" fmla="*/ 197110 w 230253"/>
              <a:gd name="connsiteY13" fmla="*/ 19012 h 199935"/>
              <a:gd name="connsiteX14" fmla="*/ 160507 w 230253"/>
              <a:gd name="connsiteY14" fmla="*/ 53540 h 199935"/>
              <a:gd name="connsiteX15" fmla="*/ 145915 w 230253"/>
              <a:gd name="connsiteY15" fmla="*/ 63268 h 199935"/>
              <a:gd name="connsiteX16" fmla="*/ 131324 w 230253"/>
              <a:gd name="connsiteY16" fmla="*/ 68132 h 199935"/>
              <a:gd name="connsiteX17" fmla="*/ 111868 w 230253"/>
              <a:gd name="connsiteY17" fmla="*/ 72996 h 199935"/>
              <a:gd name="connsiteX18" fmla="*/ 97277 w 230253"/>
              <a:gd name="connsiteY18" fmla="*/ 77859 h 199935"/>
              <a:gd name="connsiteX19" fmla="*/ 2306 w 230253"/>
              <a:gd name="connsiteY19" fmla="*/ 62306 h 199935"/>
              <a:gd name="connsiteX0" fmla="*/ 2306 w 230253"/>
              <a:gd name="connsiteY0" fmla="*/ 62306 h 199935"/>
              <a:gd name="connsiteX1" fmla="*/ 0 w 230253"/>
              <a:gd name="connsiteY1" fmla="*/ 72996 h 199935"/>
              <a:gd name="connsiteX2" fmla="*/ 34047 w 230253"/>
              <a:gd name="connsiteY2" fmla="*/ 111906 h 199935"/>
              <a:gd name="connsiteX3" fmla="*/ 57863 w 230253"/>
              <a:gd name="connsiteY3" fmla="*/ 131362 h 199935"/>
              <a:gd name="connsiteX4" fmla="*/ 87549 w 230253"/>
              <a:gd name="connsiteY4" fmla="*/ 155681 h 199935"/>
              <a:gd name="connsiteX5" fmla="*/ 100338 w 230253"/>
              <a:gd name="connsiteY5" fmla="*/ 164926 h 199935"/>
              <a:gd name="connsiteX6" fmla="*/ 136187 w 230253"/>
              <a:gd name="connsiteY6" fmla="*/ 175136 h 199935"/>
              <a:gd name="connsiteX7" fmla="*/ 165370 w 230253"/>
              <a:gd name="connsiteY7" fmla="*/ 184864 h 199935"/>
              <a:gd name="connsiteX8" fmla="*/ 204785 w 230253"/>
              <a:gd name="connsiteY8" fmla="*/ 199935 h 199935"/>
              <a:gd name="connsiteX9" fmla="*/ 216817 w 230253"/>
              <a:gd name="connsiteY9" fmla="*/ 121685 h 199935"/>
              <a:gd name="connsiteX10" fmla="*/ 224240 w 230253"/>
              <a:gd name="connsiteY10" fmla="*/ 75186 h 199935"/>
              <a:gd name="connsiteX11" fmla="*/ 229357 w 230253"/>
              <a:gd name="connsiteY11" fmla="*/ 44294 h 199935"/>
              <a:gd name="connsiteX12" fmla="*/ 226799 w 230253"/>
              <a:gd name="connsiteY12" fmla="*/ 787 h 199935"/>
              <a:gd name="connsiteX13" fmla="*/ 197110 w 230253"/>
              <a:gd name="connsiteY13" fmla="*/ 19012 h 199935"/>
              <a:gd name="connsiteX14" fmla="*/ 160507 w 230253"/>
              <a:gd name="connsiteY14" fmla="*/ 53540 h 199935"/>
              <a:gd name="connsiteX15" fmla="*/ 145915 w 230253"/>
              <a:gd name="connsiteY15" fmla="*/ 63268 h 199935"/>
              <a:gd name="connsiteX16" fmla="*/ 131324 w 230253"/>
              <a:gd name="connsiteY16" fmla="*/ 68132 h 199935"/>
              <a:gd name="connsiteX17" fmla="*/ 111868 w 230253"/>
              <a:gd name="connsiteY17" fmla="*/ 72996 h 199935"/>
              <a:gd name="connsiteX18" fmla="*/ 97277 w 230253"/>
              <a:gd name="connsiteY18" fmla="*/ 77859 h 199935"/>
              <a:gd name="connsiteX19" fmla="*/ 2306 w 230253"/>
              <a:gd name="connsiteY19" fmla="*/ 62306 h 199935"/>
              <a:gd name="connsiteX0" fmla="*/ 0 w 257925"/>
              <a:gd name="connsiteY0" fmla="*/ 30236 h 199935"/>
              <a:gd name="connsiteX1" fmla="*/ 27672 w 257925"/>
              <a:gd name="connsiteY1" fmla="*/ 72996 h 199935"/>
              <a:gd name="connsiteX2" fmla="*/ 61719 w 257925"/>
              <a:gd name="connsiteY2" fmla="*/ 111906 h 199935"/>
              <a:gd name="connsiteX3" fmla="*/ 85535 w 257925"/>
              <a:gd name="connsiteY3" fmla="*/ 131362 h 199935"/>
              <a:gd name="connsiteX4" fmla="*/ 115221 w 257925"/>
              <a:gd name="connsiteY4" fmla="*/ 155681 h 199935"/>
              <a:gd name="connsiteX5" fmla="*/ 128010 w 257925"/>
              <a:gd name="connsiteY5" fmla="*/ 164926 h 199935"/>
              <a:gd name="connsiteX6" fmla="*/ 163859 w 257925"/>
              <a:gd name="connsiteY6" fmla="*/ 175136 h 199935"/>
              <a:gd name="connsiteX7" fmla="*/ 193042 w 257925"/>
              <a:gd name="connsiteY7" fmla="*/ 184864 h 199935"/>
              <a:gd name="connsiteX8" fmla="*/ 232457 w 257925"/>
              <a:gd name="connsiteY8" fmla="*/ 199935 h 199935"/>
              <a:gd name="connsiteX9" fmla="*/ 244489 w 257925"/>
              <a:gd name="connsiteY9" fmla="*/ 121685 h 199935"/>
              <a:gd name="connsiteX10" fmla="*/ 251912 w 257925"/>
              <a:gd name="connsiteY10" fmla="*/ 75186 h 199935"/>
              <a:gd name="connsiteX11" fmla="*/ 257029 w 257925"/>
              <a:gd name="connsiteY11" fmla="*/ 44294 h 199935"/>
              <a:gd name="connsiteX12" fmla="*/ 254471 w 257925"/>
              <a:gd name="connsiteY12" fmla="*/ 787 h 199935"/>
              <a:gd name="connsiteX13" fmla="*/ 224782 w 257925"/>
              <a:gd name="connsiteY13" fmla="*/ 19012 h 199935"/>
              <a:gd name="connsiteX14" fmla="*/ 188179 w 257925"/>
              <a:gd name="connsiteY14" fmla="*/ 53540 h 199935"/>
              <a:gd name="connsiteX15" fmla="*/ 173587 w 257925"/>
              <a:gd name="connsiteY15" fmla="*/ 63268 h 199935"/>
              <a:gd name="connsiteX16" fmla="*/ 158996 w 257925"/>
              <a:gd name="connsiteY16" fmla="*/ 68132 h 199935"/>
              <a:gd name="connsiteX17" fmla="*/ 139540 w 257925"/>
              <a:gd name="connsiteY17" fmla="*/ 72996 h 199935"/>
              <a:gd name="connsiteX18" fmla="*/ 124949 w 257925"/>
              <a:gd name="connsiteY18" fmla="*/ 77859 h 199935"/>
              <a:gd name="connsiteX19" fmla="*/ 0 w 257925"/>
              <a:gd name="connsiteY19" fmla="*/ 30236 h 19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7925" h="199935">
                <a:moveTo>
                  <a:pt x="0" y="30236"/>
                </a:moveTo>
                <a:lnTo>
                  <a:pt x="27672" y="72996"/>
                </a:lnTo>
                <a:cubicBezTo>
                  <a:pt x="39021" y="85966"/>
                  <a:pt x="52075" y="102178"/>
                  <a:pt x="61719" y="111906"/>
                </a:cubicBezTo>
                <a:cubicBezTo>
                  <a:pt x="71363" y="121634"/>
                  <a:pt x="79261" y="126229"/>
                  <a:pt x="85535" y="131362"/>
                </a:cubicBezTo>
                <a:lnTo>
                  <a:pt x="115221" y="155681"/>
                </a:lnTo>
                <a:cubicBezTo>
                  <a:pt x="122300" y="161275"/>
                  <a:pt x="118740" y="163072"/>
                  <a:pt x="128010" y="164926"/>
                </a:cubicBezTo>
                <a:cubicBezTo>
                  <a:pt x="136116" y="166547"/>
                  <a:pt x="153020" y="171813"/>
                  <a:pt x="163859" y="175136"/>
                </a:cubicBezTo>
                <a:cubicBezTo>
                  <a:pt x="174698" y="178459"/>
                  <a:pt x="182987" y="182853"/>
                  <a:pt x="193042" y="184864"/>
                </a:cubicBezTo>
                <a:lnTo>
                  <a:pt x="232457" y="199935"/>
                </a:lnTo>
                <a:cubicBezTo>
                  <a:pt x="235699" y="193450"/>
                  <a:pt x="241247" y="142476"/>
                  <a:pt x="244489" y="121685"/>
                </a:cubicBezTo>
                <a:cubicBezTo>
                  <a:pt x="247731" y="100894"/>
                  <a:pt x="249822" y="88085"/>
                  <a:pt x="251912" y="75186"/>
                </a:cubicBezTo>
                <a:cubicBezTo>
                  <a:pt x="254002" y="62288"/>
                  <a:pt x="256603" y="56694"/>
                  <a:pt x="257029" y="44294"/>
                </a:cubicBezTo>
                <a:cubicBezTo>
                  <a:pt x="257455" y="31894"/>
                  <a:pt x="259846" y="5001"/>
                  <a:pt x="254471" y="787"/>
                </a:cubicBezTo>
                <a:cubicBezTo>
                  <a:pt x="249097" y="-3427"/>
                  <a:pt x="235831" y="10220"/>
                  <a:pt x="224782" y="19012"/>
                </a:cubicBezTo>
                <a:cubicBezTo>
                  <a:pt x="213733" y="27804"/>
                  <a:pt x="196711" y="46164"/>
                  <a:pt x="188179" y="53540"/>
                </a:cubicBezTo>
                <a:cubicBezTo>
                  <a:pt x="179647" y="60916"/>
                  <a:pt x="178816" y="60654"/>
                  <a:pt x="173587" y="63268"/>
                </a:cubicBezTo>
                <a:cubicBezTo>
                  <a:pt x="169001" y="65561"/>
                  <a:pt x="163926" y="66724"/>
                  <a:pt x="158996" y="68132"/>
                </a:cubicBezTo>
                <a:cubicBezTo>
                  <a:pt x="152568" y="69969"/>
                  <a:pt x="145968" y="71160"/>
                  <a:pt x="139540" y="72996"/>
                </a:cubicBezTo>
                <a:cubicBezTo>
                  <a:pt x="134611" y="74404"/>
                  <a:pt x="130031" y="77181"/>
                  <a:pt x="124949" y="77859"/>
                </a:cubicBezTo>
                <a:cubicBezTo>
                  <a:pt x="105597" y="80439"/>
                  <a:pt x="16213" y="31046"/>
                  <a:pt x="0" y="30236"/>
                </a:cubicBezTo>
                <a:close/>
              </a:path>
            </a:pathLst>
          </a:custGeom>
          <a:solidFill>
            <a:schemeClr val="bg2"/>
          </a:solidFill>
          <a:ln>
            <a:solidFill>
              <a:srgbClr val="0604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72056BE9-1460-37FB-084E-4D7B572A86D2}"/>
              </a:ext>
            </a:extLst>
          </p:cNvPr>
          <p:cNvSpPr/>
          <p:nvPr/>
        </p:nvSpPr>
        <p:spPr>
          <a:xfrm>
            <a:off x="2142267" y="3428065"/>
            <a:ext cx="271558" cy="189830"/>
          </a:xfrm>
          <a:custGeom>
            <a:avLst/>
            <a:gdLst>
              <a:gd name="connsiteX0" fmla="*/ 1205 w 215375"/>
              <a:gd name="connsiteY0" fmla="*/ 155643 h 155643"/>
              <a:gd name="connsiteX1" fmla="*/ 1205 w 215375"/>
              <a:gd name="connsiteY1" fmla="*/ 155643 h 155643"/>
              <a:gd name="connsiteX2" fmla="*/ 49843 w 215375"/>
              <a:gd name="connsiteY2" fmla="*/ 150779 h 155643"/>
              <a:gd name="connsiteX3" fmla="*/ 69299 w 215375"/>
              <a:gd name="connsiteY3" fmla="*/ 141052 h 155643"/>
              <a:gd name="connsiteX4" fmla="*/ 103345 w 215375"/>
              <a:gd name="connsiteY4" fmla="*/ 126460 h 155643"/>
              <a:gd name="connsiteX5" fmla="*/ 117937 w 215375"/>
              <a:gd name="connsiteY5" fmla="*/ 116732 h 155643"/>
              <a:gd name="connsiteX6" fmla="*/ 147120 w 215375"/>
              <a:gd name="connsiteY6" fmla="*/ 107005 h 155643"/>
              <a:gd name="connsiteX7" fmla="*/ 161711 w 215375"/>
              <a:gd name="connsiteY7" fmla="*/ 102141 h 155643"/>
              <a:gd name="connsiteX8" fmla="*/ 195758 w 215375"/>
              <a:gd name="connsiteY8" fmla="*/ 82686 h 155643"/>
              <a:gd name="connsiteX9" fmla="*/ 205486 w 215375"/>
              <a:gd name="connsiteY9" fmla="*/ 63230 h 155643"/>
              <a:gd name="connsiteX10" fmla="*/ 215213 w 215375"/>
              <a:gd name="connsiteY10" fmla="*/ 48639 h 155643"/>
              <a:gd name="connsiteX11" fmla="*/ 200622 w 215375"/>
              <a:gd name="connsiteY11" fmla="*/ 43775 h 155643"/>
              <a:gd name="connsiteX12" fmla="*/ 161711 w 215375"/>
              <a:gd name="connsiteY12" fmla="*/ 38911 h 155643"/>
              <a:gd name="connsiteX13" fmla="*/ 132528 w 215375"/>
              <a:gd name="connsiteY13" fmla="*/ 29183 h 155643"/>
              <a:gd name="connsiteX14" fmla="*/ 98482 w 215375"/>
              <a:gd name="connsiteY14" fmla="*/ 19456 h 155643"/>
              <a:gd name="connsiteX15" fmla="*/ 83890 w 215375"/>
              <a:gd name="connsiteY15" fmla="*/ 9728 h 155643"/>
              <a:gd name="connsiteX16" fmla="*/ 54707 w 215375"/>
              <a:gd name="connsiteY16" fmla="*/ 0 h 155643"/>
              <a:gd name="connsiteX17" fmla="*/ 25524 w 215375"/>
              <a:gd name="connsiteY17" fmla="*/ 9728 h 155643"/>
              <a:gd name="connsiteX18" fmla="*/ 15796 w 215375"/>
              <a:gd name="connsiteY18" fmla="*/ 38911 h 155643"/>
              <a:gd name="connsiteX19" fmla="*/ 10933 w 215375"/>
              <a:gd name="connsiteY19" fmla="*/ 107005 h 155643"/>
              <a:gd name="connsiteX20" fmla="*/ 6069 w 215375"/>
              <a:gd name="connsiteY20" fmla="*/ 131324 h 155643"/>
              <a:gd name="connsiteX21" fmla="*/ 1205 w 215375"/>
              <a:gd name="connsiteY21" fmla="*/ 155643 h 155643"/>
              <a:gd name="connsiteX0" fmla="*/ 1205 w 253350"/>
              <a:gd name="connsiteY0" fmla="*/ 155643 h 155643"/>
              <a:gd name="connsiteX1" fmla="*/ 1205 w 253350"/>
              <a:gd name="connsiteY1" fmla="*/ 155643 h 155643"/>
              <a:gd name="connsiteX2" fmla="*/ 49843 w 253350"/>
              <a:gd name="connsiteY2" fmla="*/ 150779 h 155643"/>
              <a:gd name="connsiteX3" fmla="*/ 69299 w 253350"/>
              <a:gd name="connsiteY3" fmla="*/ 141052 h 155643"/>
              <a:gd name="connsiteX4" fmla="*/ 103345 w 253350"/>
              <a:gd name="connsiteY4" fmla="*/ 126460 h 155643"/>
              <a:gd name="connsiteX5" fmla="*/ 117937 w 253350"/>
              <a:gd name="connsiteY5" fmla="*/ 116732 h 155643"/>
              <a:gd name="connsiteX6" fmla="*/ 147120 w 253350"/>
              <a:gd name="connsiteY6" fmla="*/ 107005 h 155643"/>
              <a:gd name="connsiteX7" fmla="*/ 161711 w 253350"/>
              <a:gd name="connsiteY7" fmla="*/ 102141 h 155643"/>
              <a:gd name="connsiteX8" fmla="*/ 195758 w 253350"/>
              <a:gd name="connsiteY8" fmla="*/ 82686 h 155643"/>
              <a:gd name="connsiteX9" fmla="*/ 205486 w 253350"/>
              <a:gd name="connsiteY9" fmla="*/ 63230 h 155643"/>
              <a:gd name="connsiteX10" fmla="*/ 253313 w 253350"/>
              <a:gd name="connsiteY10" fmla="*/ 48639 h 155643"/>
              <a:gd name="connsiteX11" fmla="*/ 200622 w 253350"/>
              <a:gd name="connsiteY11" fmla="*/ 43775 h 155643"/>
              <a:gd name="connsiteX12" fmla="*/ 161711 w 253350"/>
              <a:gd name="connsiteY12" fmla="*/ 38911 h 155643"/>
              <a:gd name="connsiteX13" fmla="*/ 132528 w 253350"/>
              <a:gd name="connsiteY13" fmla="*/ 29183 h 155643"/>
              <a:gd name="connsiteX14" fmla="*/ 98482 w 253350"/>
              <a:gd name="connsiteY14" fmla="*/ 19456 h 155643"/>
              <a:gd name="connsiteX15" fmla="*/ 83890 w 253350"/>
              <a:gd name="connsiteY15" fmla="*/ 9728 h 155643"/>
              <a:gd name="connsiteX16" fmla="*/ 54707 w 253350"/>
              <a:gd name="connsiteY16" fmla="*/ 0 h 155643"/>
              <a:gd name="connsiteX17" fmla="*/ 25524 w 253350"/>
              <a:gd name="connsiteY17" fmla="*/ 9728 h 155643"/>
              <a:gd name="connsiteX18" fmla="*/ 15796 w 253350"/>
              <a:gd name="connsiteY18" fmla="*/ 38911 h 155643"/>
              <a:gd name="connsiteX19" fmla="*/ 10933 w 253350"/>
              <a:gd name="connsiteY19" fmla="*/ 107005 h 155643"/>
              <a:gd name="connsiteX20" fmla="*/ 6069 w 253350"/>
              <a:gd name="connsiteY20" fmla="*/ 131324 h 155643"/>
              <a:gd name="connsiteX21" fmla="*/ 1205 w 253350"/>
              <a:gd name="connsiteY21" fmla="*/ 155643 h 155643"/>
              <a:gd name="connsiteX0" fmla="*/ 1205 w 253902"/>
              <a:gd name="connsiteY0" fmla="*/ 155643 h 155643"/>
              <a:gd name="connsiteX1" fmla="*/ 1205 w 253902"/>
              <a:gd name="connsiteY1" fmla="*/ 155643 h 155643"/>
              <a:gd name="connsiteX2" fmla="*/ 49843 w 253902"/>
              <a:gd name="connsiteY2" fmla="*/ 150779 h 155643"/>
              <a:gd name="connsiteX3" fmla="*/ 69299 w 253902"/>
              <a:gd name="connsiteY3" fmla="*/ 141052 h 155643"/>
              <a:gd name="connsiteX4" fmla="*/ 103345 w 253902"/>
              <a:gd name="connsiteY4" fmla="*/ 126460 h 155643"/>
              <a:gd name="connsiteX5" fmla="*/ 117937 w 253902"/>
              <a:gd name="connsiteY5" fmla="*/ 116732 h 155643"/>
              <a:gd name="connsiteX6" fmla="*/ 147120 w 253902"/>
              <a:gd name="connsiteY6" fmla="*/ 107005 h 155643"/>
              <a:gd name="connsiteX7" fmla="*/ 161711 w 253902"/>
              <a:gd name="connsiteY7" fmla="*/ 102141 h 155643"/>
              <a:gd name="connsiteX8" fmla="*/ 195758 w 253902"/>
              <a:gd name="connsiteY8" fmla="*/ 82686 h 155643"/>
              <a:gd name="connsiteX9" fmla="*/ 226917 w 253902"/>
              <a:gd name="connsiteY9" fmla="*/ 72755 h 155643"/>
              <a:gd name="connsiteX10" fmla="*/ 253313 w 253902"/>
              <a:gd name="connsiteY10" fmla="*/ 48639 h 155643"/>
              <a:gd name="connsiteX11" fmla="*/ 200622 w 253902"/>
              <a:gd name="connsiteY11" fmla="*/ 43775 h 155643"/>
              <a:gd name="connsiteX12" fmla="*/ 161711 w 253902"/>
              <a:gd name="connsiteY12" fmla="*/ 38911 h 155643"/>
              <a:gd name="connsiteX13" fmla="*/ 132528 w 253902"/>
              <a:gd name="connsiteY13" fmla="*/ 29183 h 155643"/>
              <a:gd name="connsiteX14" fmla="*/ 98482 w 253902"/>
              <a:gd name="connsiteY14" fmla="*/ 19456 h 155643"/>
              <a:gd name="connsiteX15" fmla="*/ 83890 w 253902"/>
              <a:gd name="connsiteY15" fmla="*/ 9728 h 155643"/>
              <a:gd name="connsiteX16" fmla="*/ 54707 w 253902"/>
              <a:gd name="connsiteY16" fmla="*/ 0 h 155643"/>
              <a:gd name="connsiteX17" fmla="*/ 25524 w 253902"/>
              <a:gd name="connsiteY17" fmla="*/ 9728 h 155643"/>
              <a:gd name="connsiteX18" fmla="*/ 15796 w 253902"/>
              <a:gd name="connsiteY18" fmla="*/ 38911 h 155643"/>
              <a:gd name="connsiteX19" fmla="*/ 10933 w 253902"/>
              <a:gd name="connsiteY19" fmla="*/ 107005 h 155643"/>
              <a:gd name="connsiteX20" fmla="*/ 6069 w 253902"/>
              <a:gd name="connsiteY20" fmla="*/ 131324 h 155643"/>
              <a:gd name="connsiteX21" fmla="*/ 1205 w 253902"/>
              <a:gd name="connsiteY21" fmla="*/ 155643 h 155643"/>
              <a:gd name="connsiteX0" fmla="*/ 1205 w 253902"/>
              <a:gd name="connsiteY0" fmla="*/ 155868 h 155868"/>
              <a:gd name="connsiteX1" fmla="*/ 1205 w 253902"/>
              <a:gd name="connsiteY1" fmla="*/ 155868 h 155868"/>
              <a:gd name="connsiteX2" fmla="*/ 49843 w 253902"/>
              <a:gd name="connsiteY2" fmla="*/ 151004 h 155868"/>
              <a:gd name="connsiteX3" fmla="*/ 69299 w 253902"/>
              <a:gd name="connsiteY3" fmla="*/ 141277 h 155868"/>
              <a:gd name="connsiteX4" fmla="*/ 103345 w 253902"/>
              <a:gd name="connsiteY4" fmla="*/ 126685 h 155868"/>
              <a:gd name="connsiteX5" fmla="*/ 117937 w 253902"/>
              <a:gd name="connsiteY5" fmla="*/ 116957 h 155868"/>
              <a:gd name="connsiteX6" fmla="*/ 147120 w 253902"/>
              <a:gd name="connsiteY6" fmla="*/ 107230 h 155868"/>
              <a:gd name="connsiteX7" fmla="*/ 161711 w 253902"/>
              <a:gd name="connsiteY7" fmla="*/ 102366 h 155868"/>
              <a:gd name="connsiteX8" fmla="*/ 195758 w 253902"/>
              <a:gd name="connsiteY8" fmla="*/ 82911 h 155868"/>
              <a:gd name="connsiteX9" fmla="*/ 226917 w 253902"/>
              <a:gd name="connsiteY9" fmla="*/ 72980 h 155868"/>
              <a:gd name="connsiteX10" fmla="*/ 253313 w 253902"/>
              <a:gd name="connsiteY10" fmla="*/ 48864 h 155868"/>
              <a:gd name="connsiteX11" fmla="*/ 200622 w 253902"/>
              <a:gd name="connsiteY11" fmla="*/ 44000 h 155868"/>
              <a:gd name="connsiteX12" fmla="*/ 161711 w 253902"/>
              <a:gd name="connsiteY12" fmla="*/ 39136 h 155868"/>
              <a:gd name="connsiteX13" fmla="*/ 132528 w 253902"/>
              <a:gd name="connsiteY13" fmla="*/ 29408 h 155868"/>
              <a:gd name="connsiteX14" fmla="*/ 98482 w 253902"/>
              <a:gd name="connsiteY14" fmla="*/ 19681 h 155868"/>
              <a:gd name="connsiteX15" fmla="*/ 83890 w 253902"/>
              <a:gd name="connsiteY15" fmla="*/ 9953 h 155868"/>
              <a:gd name="connsiteX16" fmla="*/ 54707 w 253902"/>
              <a:gd name="connsiteY16" fmla="*/ 225 h 155868"/>
              <a:gd name="connsiteX17" fmla="*/ 35049 w 253902"/>
              <a:gd name="connsiteY17" fmla="*/ 19478 h 155868"/>
              <a:gd name="connsiteX18" fmla="*/ 15796 w 253902"/>
              <a:gd name="connsiteY18" fmla="*/ 39136 h 155868"/>
              <a:gd name="connsiteX19" fmla="*/ 10933 w 253902"/>
              <a:gd name="connsiteY19" fmla="*/ 107230 h 155868"/>
              <a:gd name="connsiteX20" fmla="*/ 6069 w 253902"/>
              <a:gd name="connsiteY20" fmla="*/ 131549 h 155868"/>
              <a:gd name="connsiteX21" fmla="*/ 1205 w 253902"/>
              <a:gd name="connsiteY21" fmla="*/ 155868 h 155868"/>
              <a:gd name="connsiteX0" fmla="*/ 1205 w 253902"/>
              <a:gd name="connsiteY0" fmla="*/ 155868 h 155868"/>
              <a:gd name="connsiteX1" fmla="*/ 1205 w 253902"/>
              <a:gd name="connsiteY1" fmla="*/ 155868 h 155868"/>
              <a:gd name="connsiteX2" fmla="*/ 49843 w 253902"/>
              <a:gd name="connsiteY2" fmla="*/ 151004 h 155868"/>
              <a:gd name="connsiteX3" fmla="*/ 69299 w 253902"/>
              <a:gd name="connsiteY3" fmla="*/ 141277 h 155868"/>
              <a:gd name="connsiteX4" fmla="*/ 103345 w 253902"/>
              <a:gd name="connsiteY4" fmla="*/ 126685 h 155868"/>
              <a:gd name="connsiteX5" fmla="*/ 117937 w 253902"/>
              <a:gd name="connsiteY5" fmla="*/ 116957 h 155868"/>
              <a:gd name="connsiteX6" fmla="*/ 147120 w 253902"/>
              <a:gd name="connsiteY6" fmla="*/ 107230 h 155868"/>
              <a:gd name="connsiteX7" fmla="*/ 161711 w 253902"/>
              <a:gd name="connsiteY7" fmla="*/ 102366 h 155868"/>
              <a:gd name="connsiteX8" fmla="*/ 195758 w 253902"/>
              <a:gd name="connsiteY8" fmla="*/ 82911 h 155868"/>
              <a:gd name="connsiteX9" fmla="*/ 226917 w 253902"/>
              <a:gd name="connsiteY9" fmla="*/ 72980 h 155868"/>
              <a:gd name="connsiteX10" fmla="*/ 253313 w 253902"/>
              <a:gd name="connsiteY10" fmla="*/ 48864 h 155868"/>
              <a:gd name="connsiteX11" fmla="*/ 200622 w 253902"/>
              <a:gd name="connsiteY11" fmla="*/ 44000 h 155868"/>
              <a:gd name="connsiteX12" fmla="*/ 161711 w 253902"/>
              <a:gd name="connsiteY12" fmla="*/ 39136 h 155868"/>
              <a:gd name="connsiteX13" fmla="*/ 132528 w 253902"/>
              <a:gd name="connsiteY13" fmla="*/ 29408 h 155868"/>
              <a:gd name="connsiteX14" fmla="*/ 98482 w 253902"/>
              <a:gd name="connsiteY14" fmla="*/ 19681 h 155868"/>
              <a:gd name="connsiteX15" fmla="*/ 83890 w 253902"/>
              <a:gd name="connsiteY15" fmla="*/ 9953 h 155868"/>
              <a:gd name="connsiteX16" fmla="*/ 54707 w 253902"/>
              <a:gd name="connsiteY16" fmla="*/ 225 h 155868"/>
              <a:gd name="connsiteX17" fmla="*/ 35049 w 253902"/>
              <a:gd name="connsiteY17" fmla="*/ 19478 h 155868"/>
              <a:gd name="connsiteX18" fmla="*/ 25321 w 253902"/>
              <a:gd name="connsiteY18" fmla="*/ 46279 h 155868"/>
              <a:gd name="connsiteX19" fmla="*/ 10933 w 253902"/>
              <a:gd name="connsiteY19" fmla="*/ 107230 h 155868"/>
              <a:gd name="connsiteX20" fmla="*/ 6069 w 253902"/>
              <a:gd name="connsiteY20" fmla="*/ 131549 h 155868"/>
              <a:gd name="connsiteX21" fmla="*/ 1205 w 253902"/>
              <a:gd name="connsiteY21" fmla="*/ 155868 h 155868"/>
              <a:gd name="connsiteX0" fmla="*/ 1205 w 253902"/>
              <a:gd name="connsiteY0" fmla="*/ 162911 h 162911"/>
              <a:gd name="connsiteX1" fmla="*/ 1205 w 253902"/>
              <a:gd name="connsiteY1" fmla="*/ 162911 h 162911"/>
              <a:gd name="connsiteX2" fmla="*/ 49843 w 253902"/>
              <a:gd name="connsiteY2" fmla="*/ 158047 h 162911"/>
              <a:gd name="connsiteX3" fmla="*/ 69299 w 253902"/>
              <a:gd name="connsiteY3" fmla="*/ 148320 h 162911"/>
              <a:gd name="connsiteX4" fmla="*/ 103345 w 253902"/>
              <a:gd name="connsiteY4" fmla="*/ 133728 h 162911"/>
              <a:gd name="connsiteX5" fmla="*/ 117937 w 253902"/>
              <a:gd name="connsiteY5" fmla="*/ 124000 h 162911"/>
              <a:gd name="connsiteX6" fmla="*/ 147120 w 253902"/>
              <a:gd name="connsiteY6" fmla="*/ 114273 h 162911"/>
              <a:gd name="connsiteX7" fmla="*/ 161711 w 253902"/>
              <a:gd name="connsiteY7" fmla="*/ 109409 h 162911"/>
              <a:gd name="connsiteX8" fmla="*/ 195758 w 253902"/>
              <a:gd name="connsiteY8" fmla="*/ 89954 h 162911"/>
              <a:gd name="connsiteX9" fmla="*/ 226917 w 253902"/>
              <a:gd name="connsiteY9" fmla="*/ 80023 h 162911"/>
              <a:gd name="connsiteX10" fmla="*/ 253313 w 253902"/>
              <a:gd name="connsiteY10" fmla="*/ 55907 h 162911"/>
              <a:gd name="connsiteX11" fmla="*/ 200622 w 253902"/>
              <a:gd name="connsiteY11" fmla="*/ 51043 h 162911"/>
              <a:gd name="connsiteX12" fmla="*/ 161711 w 253902"/>
              <a:gd name="connsiteY12" fmla="*/ 46179 h 162911"/>
              <a:gd name="connsiteX13" fmla="*/ 132528 w 253902"/>
              <a:gd name="connsiteY13" fmla="*/ 36451 h 162911"/>
              <a:gd name="connsiteX14" fmla="*/ 98482 w 253902"/>
              <a:gd name="connsiteY14" fmla="*/ 26724 h 162911"/>
              <a:gd name="connsiteX15" fmla="*/ 83890 w 253902"/>
              <a:gd name="connsiteY15" fmla="*/ 16996 h 162911"/>
              <a:gd name="connsiteX16" fmla="*/ 45182 w 253902"/>
              <a:gd name="connsiteY16" fmla="*/ 124 h 162911"/>
              <a:gd name="connsiteX17" fmla="*/ 35049 w 253902"/>
              <a:gd name="connsiteY17" fmla="*/ 26521 h 162911"/>
              <a:gd name="connsiteX18" fmla="*/ 25321 w 253902"/>
              <a:gd name="connsiteY18" fmla="*/ 53322 h 162911"/>
              <a:gd name="connsiteX19" fmla="*/ 10933 w 253902"/>
              <a:gd name="connsiteY19" fmla="*/ 114273 h 162911"/>
              <a:gd name="connsiteX20" fmla="*/ 6069 w 253902"/>
              <a:gd name="connsiteY20" fmla="*/ 138592 h 162911"/>
              <a:gd name="connsiteX21" fmla="*/ 1205 w 253902"/>
              <a:gd name="connsiteY21" fmla="*/ 162911 h 162911"/>
              <a:gd name="connsiteX0" fmla="*/ 1205 w 253902"/>
              <a:gd name="connsiteY0" fmla="*/ 162851 h 162851"/>
              <a:gd name="connsiteX1" fmla="*/ 1205 w 253902"/>
              <a:gd name="connsiteY1" fmla="*/ 162851 h 162851"/>
              <a:gd name="connsiteX2" fmla="*/ 49843 w 253902"/>
              <a:gd name="connsiteY2" fmla="*/ 157987 h 162851"/>
              <a:gd name="connsiteX3" fmla="*/ 69299 w 253902"/>
              <a:gd name="connsiteY3" fmla="*/ 148260 h 162851"/>
              <a:gd name="connsiteX4" fmla="*/ 103345 w 253902"/>
              <a:gd name="connsiteY4" fmla="*/ 133668 h 162851"/>
              <a:gd name="connsiteX5" fmla="*/ 117937 w 253902"/>
              <a:gd name="connsiteY5" fmla="*/ 123940 h 162851"/>
              <a:gd name="connsiteX6" fmla="*/ 147120 w 253902"/>
              <a:gd name="connsiteY6" fmla="*/ 114213 h 162851"/>
              <a:gd name="connsiteX7" fmla="*/ 161711 w 253902"/>
              <a:gd name="connsiteY7" fmla="*/ 109349 h 162851"/>
              <a:gd name="connsiteX8" fmla="*/ 195758 w 253902"/>
              <a:gd name="connsiteY8" fmla="*/ 89894 h 162851"/>
              <a:gd name="connsiteX9" fmla="*/ 226917 w 253902"/>
              <a:gd name="connsiteY9" fmla="*/ 79963 h 162851"/>
              <a:gd name="connsiteX10" fmla="*/ 253313 w 253902"/>
              <a:gd name="connsiteY10" fmla="*/ 55847 h 162851"/>
              <a:gd name="connsiteX11" fmla="*/ 200622 w 253902"/>
              <a:gd name="connsiteY11" fmla="*/ 50983 h 162851"/>
              <a:gd name="connsiteX12" fmla="*/ 161711 w 253902"/>
              <a:gd name="connsiteY12" fmla="*/ 46119 h 162851"/>
              <a:gd name="connsiteX13" fmla="*/ 132528 w 253902"/>
              <a:gd name="connsiteY13" fmla="*/ 36391 h 162851"/>
              <a:gd name="connsiteX14" fmla="*/ 98482 w 253902"/>
              <a:gd name="connsiteY14" fmla="*/ 26664 h 162851"/>
              <a:gd name="connsiteX15" fmla="*/ 69603 w 253902"/>
              <a:gd name="connsiteY15" fmla="*/ 19318 h 162851"/>
              <a:gd name="connsiteX16" fmla="*/ 45182 w 253902"/>
              <a:gd name="connsiteY16" fmla="*/ 64 h 162851"/>
              <a:gd name="connsiteX17" fmla="*/ 35049 w 253902"/>
              <a:gd name="connsiteY17" fmla="*/ 26461 h 162851"/>
              <a:gd name="connsiteX18" fmla="*/ 25321 w 253902"/>
              <a:gd name="connsiteY18" fmla="*/ 53262 h 162851"/>
              <a:gd name="connsiteX19" fmla="*/ 10933 w 253902"/>
              <a:gd name="connsiteY19" fmla="*/ 114213 h 162851"/>
              <a:gd name="connsiteX20" fmla="*/ 6069 w 253902"/>
              <a:gd name="connsiteY20" fmla="*/ 138532 h 162851"/>
              <a:gd name="connsiteX21" fmla="*/ 1205 w 253902"/>
              <a:gd name="connsiteY21" fmla="*/ 162851 h 162851"/>
              <a:gd name="connsiteX0" fmla="*/ 1205 w 253902"/>
              <a:gd name="connsiteY0" fmla="*/ 162851 h 162851"/>
              <a:gd name="connsiteX1" fmla="*/ 1205 w 253902"/>
              <a:gd name="connsiteY1" fmla="*/ 162851 h 162851"/>
              <a:gd name="connsiteX2" fmla="*/ 49843 w 253902"/>
              <a:gd name="connsiteY2" fmla="*/ 157987 h 162851"/>
              <a:gd name="connsiteX3" fmla="*/ 69299 w 253902"/>
              <a:gd name="connsiteY3" fmla="*/ 148260 h 162851"/>
              <a:gd name="connsiteX4" fmla="*/ 103345 w 253902"/>
              <a:gd name="connsiteY4" fmla="*/ 133668 h 162851"/>
              <a:gd name="connsiteX5" fmla="*/ 117937 w 253902"/>
              <a:gd name="connsiteY5" fmla="*/ 123940 h 162851"/>
              <a:gd name="connsiteX6" fmla="*/ 147120 w 253902"/>
              <a:gd name="connsiteY6" fmla="*/ 114213 h 162851"/>
              <a:gd name="connsiteX7" fmla="*/ 161711 w 253902"/>
              <a:gd name="connsiteY7" fmla="*/ 109349 h 162851"/>
              <a:gd name="connsiteX8" fmla="*/ 195758 w 253902"/>
              <a:gd name="connsiteY8" fmla="*/ 89894 h 162851"/>
              <a:gd name="connsiteX9" fmla="*/ 226917 w 253902"/>
              <a:gd name="connsiteY9" fmla="*/ 79963 h 162851"/>
              <a:gd name="connsiteX10" fmla="*/ 253313 w 253902"/>
              <a:gd name="connsiteY10" fmla="*/ 55847 h 162851"/>
              <a:gd name="connsiteX11" fmla="*/ 200622 w 253902"/>
              <a:gd name="connsiteY11" fmla="*/ 50983 h 162851"/>
              <a:gd name="connsiteX12" fmla="*/ 161711 w 253902"/>
              <a:gd name="connsiteY12" fmla="*/ 46119 h 162851"/>
              <a:gd name="connsiteX13" fmla="*/ 125385 w 253902"/>
              <a:gd name="connsiteY13" fmla="*/ 41153 h 162851"/>
              <a:gd name="connsiteX14" fmla="*/ 98482 w 253902"/>
              <a:gd name="connsiteY14" fmla="*/ 26664 h 162851"/>
              <a:gd name="connsiteX15" fmla="*/ 69603 w 253902"/>
              <a:gd name="connsiteY15" fmla="*/ 19318 h 162851"/>
              <a:gd name="connsiteX16" fmla="*/ 45182 w 253902"/>
              <a:gd name="connsiteY16" fmla="*/ 64 h 162851"/>
              <a:gd name="connsiteX17" fmla="*/ 35049 w 253902"/>
              <a:gd name="connsiteY17" fmla="*/ 26461 h 162851"/>
              <a:gd name="connsiteX18" fmla="*/ 25321 w 253902"/>
              <a:gd name="connsiteY18" fmla="*/ 53262 h 162851"/>
              <a:gd name="connsiteX19" fmla="*/ 10933 w 253902"/>
              <a:gd name="connsiteY19" fmla="*/ 114213 h 162851"/>
              <a:gd name="connsiteX20" fmla="*/ 6069 w 253902"/>
              <a:gd name="connsiteY20" fmla="*/ 138532 h 162851"/>
              <a:gd name="connsiteX21" fmla="*/ 1205 w 253902"/>
              <a:gd name="connsiteY21" fmla="*/ 162851 h 162851"/>
              <a:gd name="connsiteX0" fmla="*/ 1205 w 253902"/>
              <a:gd name="connsiteY0" fmla="*/ 162851 h 162851"/>
              <a:gd name="connsiteX1" fmla="*/ 1205 w 253902"/>
              <a:gd name="connsiteY1" fmla="*/ 162851 h 162851"/>
              <a:gd name="connsiteX2" fmla="*/ 49843 w 253902"/>
              <a:gd name="connsiteY2" fmla="*/ 157987 h 162851"/>
              <a:gd name="connsiteX3" fmla="*/ 69299 w 253902"/>
              <a:gd name="connsiteY3" fmla="*/ 148260 h 162851"/>
              <a:gd name="connsiteX4" fmla="*/ 103345 w 253902"/>
              <a:gd name="connsiteY4" fmla="*/ 133668 h 162851"/>
              <a:gd name="connsiteX5" fmla="*/ 117937 w 253902"/>
              <a:gd name="connsiteY5" fmla="*/ 123940 h 162851"/>
              <a:gd name="connsiteX6" fmla="*/ 147120 w 253902"/>
              <a:gd name="connsiteY6" fmla="*/ 114213 h 162851"/>
              <a:gd name="connsiteX7" fmla="*/ 161711 w 253902"/>
              <a:gd name="connsiteY7" fmla="*/ 109349 h 162851"/>
              <a:gd name="connsiteX8" fmla="*/ 195758 w 253902"/>
              <a:gd name="connsiteY8" fmla="*/ 89894 h 162851"/>
              <a:gd name="connsiteX9" fmla="*/ 226917 w 253902"/>
              <a:gd name="connsiteY9" fmla="*/ 79963 h 162851"/>
              <a:gd name="connsiteX10" fmla="*/ 253313 w 253902"/>
              <a:gd name="connsiteY10" fmla="*/ 55847 h 162851"/>
              <a:gd name="connsiteX11" fmla="*/ 200622 w 253902"/>
              <a:gd name="connsiteY11" fmla="*/ 50983 h 162851"/>
              <a:gd name="connsiteX12" fmla="*/ 161711 w 253902"/>
              <a:gd name="connsiteY12" fmla="*/ 46119 h 162851"/>
              <a:gd name="connsiteX13" fmla="*/ 132529 w 253902"/>
              <a:gd name="connsiteY13" fmla="*/ 41153 h 162851"/>
              <a:gd name="connsiteX14" fmla="*/ 98482 w 253902"/>
              <a:gd name="connsiteY14" fmla="*/ 26664 h 162851"/>
              <a:gd name="connsiteX15" fmla="*/ 69603 w 253902"/>
              <a:gd name="connsiteY15" fmla="*/ 19318 h 162851"/>
              <a:gd name="connsiteX16" fmla="*/ 45182 w 253902"/>
              <a:gd name="connsiteY16" fmla="*/ 64 h 162851"/>
              <a:gd name="connsiteX17" fmla="*/ 35049 w 253902"/>
              <a:gd name="connsiteY17" fmla="*/ 26461 h 162851"/>
              <a:gd name="connsiteX18" fmla="*/ 25321 w 253902"/>
              <a:gd name="connsiteY18" fmla="*/ 53262 h 162851"/>
              <a:gd name="connsiteX19" fmla="*/ 10933 w 253902"/>
              <a:gd name="connsiteY19" fmla="*/ 114213 h 162851"/>
              <a:gd name="connsiteX20" fmla="*/ 6069 w 253902"/>
              <a:gd name="connsiteY20" fmla="*/ 138532 h 162851"/>
              <a:gd name="connsiteX21" fmla="*/ 1205 w 253902"/>
              <a:gd name="connsiteY21" fmla="*/ 162851 h 162851"/>
              <a:gd name="connsiteX0" fmla="*/ 1205 w 253902"/>
              <a:gd name="connsiteY0" fmla="*/ 162851 h 162851"/>
              <a:gd name="connsiteX1" fmla="*/ 1205 w 253902"/>
              <a:gd name="connsiteY1" fmla="*/ 162851 h 162851"/>
              <a:gd name="connsiteX2" fmla="*/ 49843 w 253902"/>
              <a:gd name="connsiteY2" fmla="*/ 157987 h 162851"/>
              <a:gd name="connsiteX3" fmla="*/ 69299 w 253902"/>
              <a:gd name="connsiteY3" fmla="*/ 148260 h 162851"/>
              <a:gd name="connsiteX4" fmla="*/ 103345 w 253902"/>
              <a:gd name="connsiteY4" fmla="*/ 133668 h 162851"/>
              <a:gd name="connsiteX5" fmla="*/ 117937 w 253902"/>
              <a:gd name="connsiteY5" fmla="*/ 123940 h 162851"/>
              <a:gd name="connsiteX6" fmla="*/ 147120 w 253902"/>
              <a:gd name="connsiteY6" fmla="*/ 114213 h 162851"/>
              <a:gd name="connsiteX7" fmla="*/ 161711 w 253902"/>
              <a:gd name="connsiteY7" fmla="*/ 109349 h 162851"/>
              <a:gd name="connsiteX8" fmla="*/ 195758 w 253902"/>
              <a:gd name="connsiteY8" fmla="*/ 89894 h 162851"/>
              <a:gd name="connsiteX9" fmla="*/ 226917 w 253902"/>
              <a:gd name="connsiteY9" fmla="*/ 79963 h 162851"/>
              <a:gd name="connsiteX10" fmla="*/ 253313 w 253902"/>
              <a:gd name="connsiteY10" fmla="*/ 55847 h 162851"/>
              <a:gd name="connsiteX11" fmla="*/ 200622 w 253902"/>
              <a:gd name="connsiteY11" fmla="*/ 50983 h 162851"/>
              <a:gd name="connsiteX12" fmla="*/ 161711 w 253902"/>
              <a:gd name="connsiteY12" fmla="*/ 46119 h 162851"/>
              <a:gd name="connsiteX13" fmla="*/ 132529 w 253902"/>
              <a:gd name="connsiteY13" fmla="*/ 41153 h 162851"/>
              <a:gd name="connsiteX14" fmla="*/ 98482 w 253902"/>
              <a:gd name="connsiteY14" fmla="*/ 26664 h 162851"/>
              <a:gd name="connsiteX15" fmla="*/ 69603 w 253902"/>
              <a:gd name="connsiteY15" fmla="*/ 19318 h 162851"/>
              <a:gd name="connsiteX16" fmla="*/ 45182 w 253902"/>
              <a:gd name="connsiteY16" fmla="*/ 64 h 162851"/>
              <a:gd name="connsiteX17" fmla="*/ 35049 w 253902"/>
              <a:gd name="connsiteY17" fmla="*/ 26461 h 162851"/>
              <a:gd name="connsiteX18" fmla="*/ 25321 w 253902"/>
              <a:gd name="connsiteY18" fmla="*/ 53262 h 162851"/>
              <a:gd name="connsiteX19" fmla="*/ 10933 w 253902"/>
              <a:gd name="connsiteY19" fmla="*/ 114213 h 162851"/>
              <a:gd name="connsiteX20" fmla="*/ 6069 w 253902"/>
              <a:gd name="connsiteY20" fmla="*/ 138532 h 162851"/>
              <a:gd name="connsiteX21" fmla="*/ 1205 w 253902"/>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48260 h 162851"/>
              <a:gd name="connsiteX4" fmla="*/ 103345 w 258583"/>
              <a:gd name="connsiteY4" fmla="*/ 133668 h 162851"/>
              <a:gd name="connsiteX5" fmla="*/ 117937 w 258583"/>
              <a:gd name="connsiteY5" fmla="*/ 123940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48260 h 162851"/>
              <a:gd name="connsiteX4" fmla="*/ 103345 w 258583"/>
              <a:gd name="connsiteY4" fmla="*/ 133668 h 162851"/>
              <a:gd name="connsiteX5" fmla="*/ 117937 w 258583"/>
              <a:gd name="connsiteY5" fmla="*/ 131084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48260 h 162851"/>
              <a:gd name="connsiteX4" fmla="*/ 103345 w 258583"/>
              <a:gd name="connsiteY4" fmla="*/ 140811 h 162851"/>
              <a:gd name="connsiteX5" fmla="*/ 117937 w 258583"/>
              <a:gd name="connsiteY5" fmla="*/ 131084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55404 h 162851"/>
              <a:gd name="connsiteX4" fmla="*/ 103345 w 258583"/>
              <a:gd name="connsiteY4" fmla="*/ 140811 h 162851"/>
              <a:gd name="connsiteX5" fmla="*/ 117937 w 258583"/>
              <a:gd name="connsiteY5" fmla="*/ 131084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55404 h 162851"/>
              <a:gd name="connsiteX4" fmla="*/ 103345 w 258583"/>
              <a:gd name="connsiteY4" fmla="*/ 140811 h 162851"/>
              <a:gd name="connsiteX5" fmla="*/ 122699 w 258583"/>
              <a:gd name="connsiteY5" fmla="*/ 138228 h 162851"/>
              <a:gd name="connsiteX6" fmla="*/ 147120 w 258583"/>
              <a:gd name="connsiteY6" fmla="*/ 114213 h 162851"/>
              <a:gd name="connsiteX7" fmla="*/ 161711 w 258583"/>
              <a:gd name="connsiteY7" fmla="*/ 109349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55404 h 162851"/>
              <a:gd name="connsiteX4" fmla="*/ 103345 w 258583"/>
              <a:gd name="connsiteY4" fmla="*/ 140811 h 162851"/>
              <a:gd name="connsiteX5" fmla="*/ 122699 w 258583"/>
              <a:gd name="connsiteY5" fmla="*/ 138228 h 162851"/>
              <a:gd name="connsiteX6" fmla="*/ 147120 w 258583"/>
              <a:gd name="connsiteY6" fmla="*/ 114213 h 162851"/>
              <a:gd name="connsiteX7" fmla="*/ 168855 w 258583"/>
              <a:gd name="connsiteY7" fmla="*/ 114111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83"/>
              <a:gd name="connsiteY0" fmla="*/ 162851 h 162851"/>
              <a:gd name="connsiteX1" fmla="*/ 1205 w 258583"/>
              <a:gd name="connsiteY1" fmla="*/ 162851 h 162851"/>
              <a:gd name="connsiteX2" fmla="*/ 49843 w 258583"/>
              <a:gd name="connsiteY2" fmla="*/ 157987 h 162851"/>
              <a:gd name="connsiteX3" fmla="*/ 69299 w 258583"/>
              <a:gd name="connsiteY3" fmla="*/ 155404 h 162851"/>
              <a:gd name="connsiteX4" fmla="*/ 103345 w 258583"/>
              <a:gd name="connsiteY4" fmla="*/ 140811 h 162851"/>
              <a:gd name="connsiteX5" fmla="*/ 122699 w 258583"/>
              <a:gd name="connsiteY5" fmla="*/ 138228 h 162851"/>
              <a:gd name="connsiteX6" fmla="*/ 147120 w 258583"/>
              <a:gd name="connsiteY6" fmla="*/ 126119 h 162851"/>
              <a:gd name="connsiteX7" fmla="*/ 168855 w 258583"/>
              <a:gd name="connsiteY7" fmla="*/ 114111 h 162851"/>
              <a:gd name="connsiteX8" fmla="*/ 195758 w 258583"/>
              <a:gd name="connsiteY8" fmla="*/ 89894 h 162851"/>
              <a:gd name="connsiteX9" fmla="*/ 226917 w 258583"/>
              <a:gd name="connsiteY9" fmla="*/ 79963 h 162851"/>
              <a:gd name="connsiteX10" fmla="*/ 258076 w 258583"/>
              <a:gd name="connsiteY10" fmla="*/ 51085 h 162851"/>
              <a:gd name="connsiteX11" fmla="*/ 200622 w 258583"/>
              <a:gd name="connsiteY11" fmla="*/ 50983 h 162851"/>
              <a:gd name="connsiteX12" fmla="*/ 161711 w 258583"/>
              <a:gd name="connsiteY12" fmla="*/ 46119 h 162851"/>
              <a:gd name="connsiteX13" fmla="*/ 132529 w 258583"/>
              <a:gd name="connsiteY13" fmla="*/ 41153 h 162851"/>
              <a:gd name="connsiteX14" fmla="*/ 98482 w 258583"/>
              <a:gd name="connsiteY14" fmla="*/ 26664 h 162851"/>
              <a:gd name="connsiteX15" fmla="*/ 69603 w 258583"/>
              <a:gd name="connsiteY15" fmla="*/ 19318 h 162851"/>
              <a:gd name="connsiteX16" fmla="*/ 45182 w 258583"/>
              <a:gd name="connsiteY16" fmla="*/ 64 h 162851"/>
              <a:gd name="connsiteX17" fmla="*/ 35049 w 258583"/>
              <a:gd name="connsiteY17" fmla="*/ 26461 h 162851"/>
              <a:gd name="connsiteX18" fmla="*/ 25321 w 258583"/>
              <a:gd name="connsiteY18" fmla="*/ 53262 h 162851"/>
              <a:gd name="connsiteX19" fmla="*/ 10933 w 258583"/>
              <a:gd name="connsiteY19" fmla="*/ 114213 h 162851"/>
              <a:gd name="connsiteX20" fmla="*/ 6069 w 258583"/>
              <a:gd name="connsiteY20" fmla="*/ 138532 h 162851"/>
              <a:gd name="connsiteX21" fmla="*/ 1205 w 258583"/>
              <a:gd name="connsiteY21" fmla="*/ 162851 h 162851"/>
              <a:gd name="connsiteX0" fmla="*/ 1205 w 258563"/>
              <a:gd name="connsiteY0" fmla="*/ 162851 h 162851"/>
              <a:gd name="connsiteX1" fmla="*/ 1205 w 258563"/>
              <a:gd name="connsiteY1" fmla="*/ 162851 h 162851"/>
              <a:gd name="connsiteX2" fmla="*/ 49843 w 258563"/>
              <a:gd name="connsiteY2" fmla="*/ 157987 h 162851"/>
              <a:gd name="connsiteX3" fmla="*/ 69299 w 258563"/>
              <a:gd name="connsiteY3" fmla="*/ 155404 h 162851"/>
              <a:gd name="connsiteX4" fmla="*/ 103345 w 258563"/>
              <a:gd name="connsiteY4" fmla="*/ 140811 h 162851"/>
              <a:gd name="connsiteX5" fmla="*/ 122699 w 258563"/>
              <a:gd name="connsiteY5" fmla="*/ 138228 h 162851"/>
              <a:gd name="connsiteX6" fmla="*/ 147120 w 258563"/>
              <a:gd name="connsiteY6" fmla="*/ 126119 h 162851"/>
              <a:gd name="connsiteX7" fmla="*/ 168855 w 258563"/>
              <a:gd name="connsiteY7" fmla="*/ 114111 h 162851"/>
              <a:gd name="connsiteX8" fmla="*/ 202901 w 258563"/>
              <a:gd name="connsiteY8" fmla="*/ 94657 h 162851"/>
              <a:gd name="connsiteX9" fmla="*/ 226917 w 258563"/>
              <a:gd name="connsiteY9" fmla="*/ 79963 h 162851"/>
              <a:gd name="connsiteX10" fmla="*/ 258076 w 258563"/>
              <a:gd name="connsiteY10" fmla="*/ 51085 h 162851"/>
              <a:gd name="connsiteX11" fmla="*/ 200622 w 258563"/>
              <a:gd name="connsiteY11" fmla="*/ 50983 h 162851"/>
              <a:gd name="connsiteX12" fmla="*/ 161711 w 258563"/>
              <a:gd name="connsiteY12" fmla="*/ 46119 h 162851"/>
              <a:gd name="connsiteX13" fmla="*/ 132529 w 258563"/>
              <a:gd name="connsiteY13" fmla="*/ 41153 h 162851"/>
              <a:gd name="connsiteX14" fmla="*/ 98482 w 258563"/>
              <a:gd name="connsiteY14" fmla="*/ 26664 h 162851"/>
              <a:gd name="connsiteX15" fmla="*/ 69603 w 258563"/>
              <a:gd name="connsiteY15" fmla="*/ 19318 h 162851"/>
              <a:gd name="connsiteX16" fmla="*/ 45182 w 258563"/>
              <a:gd name="connsiteY16" fmla="*/ 64 h 162851"/>
              <a:gd name="connsiteX17" fmla="*/ 35049 w 258563"/>
              <a:gd name="connsiteY17" fmla="*/ 26461 h 162851"/>
              <a:gd name="connsiteX18" fmla="*/ 25321 w 258563"/>
              <a:gd name="connsiteY18" fmla="*/ 53262 h 162851"/>
              <a:gd name="connsiteX19" fmla="*/ 10933 w 258563"/>
              <a:gd name="connsiteY19" fmla="*/ 114213 h 162851"/>
              <a:gd name="connsiteX20" fmla="*/ 6069 w 258563"/>
              <a:gd name="connsiteY20" fmla="*/ 138532 h 162851"/>
              <a:gd name="connsiteX21" fmla="*/ 1205 w 258563"/>
              <a:gd name="connsiteY21" fmla="*/ 162851 h 162851"/>
              <a:gd name="connsiteX0" fmla="*/ 1205 w 270347"/>
              <a:gd name="connsiteY0" fmla="*/ 162851 h 162851"/>
              <a:gd name="connsiteX1" fmla="*/ 1205 w 270347"/>
              <a:gd name="connsiteY1" fmla="*/ 162851 h 162851"/>
              <a:gd name="connsiteX2" fmla="*/ 49843 w 270347"/>
              <a:gd name="connsiteY2" fmla="*/ 157987 h 162851"/>
              <a:gd name="connsiteX3" fmla="*/ 69299 w 270347"/>
              <a:gd name="connsiteY3" fmla="*/ 155404 h 162851"/>
              <a:gd name="connsiteX4" fmla="*/ 103345 w 270347"/>
              <a:gd name="connsiteY4" fmla="*/ 140811 h 162851"/>
              <a:gd name="connsiteX5" fmla="*/ 122699 w 270347"/>
              <a:gd name="connsiteY5" fmla="*/ 138228 h 162851"/>
              <a:gd name="connsiteX6" fmla="*/ 147120 w 270347"/>
              <a:gd name="connsiteY6" fmla="*/ 126119 h 162851"/>
              <a:gd name="connsiteX7" fmla="*/ 168855 w 270347"/>
              <a:gd name="connsiteY7" fmla="*/ 114111 h 162851"/>
              <a:gd name="connsiteX8" fmla="*/ 202901 w 270347"/>
              <a:gd name="connsiteY8" fmla="*/ 94657 h 162851"/>
              <a:gd name="connsiteX9" fmla="*/ 226917 w 270347"/>
              <a:gd name="connsiteY9" fmla="*/ 79963 h 162851"/>
              <a:gd name="connsiteX10" fmla="*/ 269982 w 270347"/>
              <a:gd name="connsiteY10" fmla="*/ 48704 h 162851"/>
              <a:gd name="connsiteX11" fmla="*/ 200622 w 270347"/>
              <a:gd name="connsiteY11" fmla="*/ 50983 h 162851"/>
              <a:gd name="connsiteX12" fmla="*/ 161711 w 270347"/>
              <a:gd name="connsiteY12" fmla="*/ 46119 h 162851"/>
              <a:gd name="connsiteX13" fmla="*/ 132529 w 270347"/>
              <a:gd name="connsiteY13" fmla="*/ 41153 h 162851"/>
              <a:gd name="connsiteX14" fmla="*/ 98482 w 270347"/>
              <a:gd name="connsiteY14" fmla="*/ 26664 h 162851"/>
              <a:gd name="connsiteX15" fmla="*/ 69603 w 270347"/>
              <a:gd name="connsiteY15" fmla="*/ 19318 h 162851"/>
              <a:gd name="connsiteX16" fmla="*/ 45182 w 270347"/>
              <a:gd name="connsiteY16" fmla="*/ 64 h 162851"/>
              <a:gd name="connsiteX17" fmla="*/ 35049 w 270347"/>
              <a:gd name="connsiteY17" fmla="*/ 26461 h 162851"/>
              <a:gd name="connsiteX18" fmla="*/ 25321 w 270347"/>
              <a:gd name="connsiteY18" fmla="*/ 53262 h 162851"/>
              <a:gd name="connsiteX19" fmla="*/ 10933 w 270347"/>
              <a:gd name="connsiteY19" fmla="*/ 114213 h 162851"/>
              <a:gd name="connsiteX20" fmla="*/ 6069 w 270347"/>
              <a:gd name="connsiteY20" fmla="*/ 138532 h 162851"/>
              <a:gd name="connsiteX21" fmla="*/ 1205 w 270347"/>
              <a:gd name="connsiteY21" fmla="*/ 162851 h 162851"/>
              <a:gd name="connsiteX0" fmla="*/ 1205 w 270347"/>
              <a:gd name="connsiteY0" fmla="*/ 170830 h 170830"/>
              <a:gd name="connsiteX1" fmla="*/ 1205 w 270347"/>
              <a:gd name="connsiteY1" fmla="*/ 170830 h 170830"/>
              <a:gd name="connsiteX2" fmla="*/ 49843 w 270347"/>
              <a:gd name="connsiteY2" fmla="*/ 165966 h 170830"/>
              <a:gd name="connsiteX3" fmla="*/ 69299 w 270347"/>
              <a:gd name="connsiteY3" fmla="*/ 163383 h 170830"/>
              <a:gd name="connsiteX4" fmla="*/ 103345 w 270347"/>
              <a:gd name="connsiteY4" fmla="*/ 148790 h 170830"/>
              <a:gd name="connsiteX5" fmla="*/ 122699 w 270347"/>
              <a:gd name="connsiteY5" fmla="*/ 146207 h 170830"/>
              <a:gd name="connsiteX6" fmla="*/ 147120 w 270347"/>
              <a:gd name="connsiteY6" fmla="*/ 134098 h 170830"/>
              <a:gd name="connsiteX7" fmla="*/ 168855 w 270347"/>
              <a:gd name="connsiteY7" fmla="*/ 122090 h 170830"/>
              <a:gd name="connsiteX8" fmla="*/ 202901 w 270347"/>
              <a:gd name="connsiteY8" fmla="*/ 102636 h 170830"/>
              <a:gd name="connsiteX9" fmla="*/ 226917 w 270347"/>
              <a:gd name="connsiteY9" fmla="*/ 87942 h 170830"/>
              <a:gd name="connsiteX10" fmla="*/ 269982 w 270347"/>
              <a:gd name="connsiteY10" fmla="*/ 56683 h 170830"/>
              <a:gd name="connsiteX11" fmla="*/ 200622 w 270347"/>
              <a:gd name="connsiteY11" fmla="*/ 58962 h 170830"/>
              <a:gd name="connsiteX12" fmla="*/ 161711 w 270347"/>
              <a:gd name="connsiteY12" fmla="*/ 54098 h 170830"/>
              <a:gd name="connsiteX13" fmla="*/ 132529 w 270347"/>
              <a:gd name="connsiteY13" fmla="*/ 49132 h 170830"/>
              <a:gd name="connsiteX14" fmla="*/ 98482 w 270347"/>
              <a:gd name="connsiteY14" fmla="*/ 34643 h 170830"/>
              <a:gd name="connsiteX15" fmla="*/ 69603 w 270347"/>
              <a:gd name="connsiteY15" fmla="*/ 27297 h 170830"/>
              <a:gd name="connsiteX16" fmla="*/ 50514 w 270347"/>
              <a:gd name="connsiteY16" fmla="*/ 45 h 170830"/>
              <a:gd name="connsiteX17" fmla="*/ 35049 w 270347"/>
              <a:gd name="connsiteY17" fmla="*/ 34440 h 170830"/>
              <a:gd name="connsiteX18" fmla="*/ 25321 w 270347"/>
              <a:gd name="connsiteY18" fmla="*/ 61241 h 170830"/>
              <a:gd name="connsiteX19" fmla="*/ 10933 w 270347"/>
              <a:gd name="connsiteY19" fmla="*/ 122192 h 170830"/>
              <a:gd name="connsiteX20" fmla="*/ 6069 w 270347"/>
              <a:gd name="connsiteY20" fmla="*/ 146511 h 170830"/>
              <a:gd name="connsiteX21" fmla="*/ 1205 w 270347"/>
              <a:gd name="connsiteY21" fmla="*/ 170830 h 170830"/>
              <a:gd name="connsiteX0" fmla="*/ 1205 w 270347"/>
              <a:gd name="connsiteY0" fmla="*/ 171198 h 171198"/>
              <a:gd name="connsiteX1" fmla="*/ 1205 w 270347"/>
              <a:gd name="connsiteY1" fmla="*/ 171198 h 171198"/>
              <a:gd name="connsiteX2" fmla="*/ 49843 w 270347"/>
              <a:gd name="connsiteY2" fmla="*/ 166334 h 171198"/>
              <a:gd name="connsiteX3" fmla="*/ 69299 w 270347"/>
              <a:gd name="connsiteY3" fmla="*/ 163751 h 171198"/>
              <a:gd name="connsiteX4" fmla="*/ 103345 w 270347"/>
              <a:gd name="connsiteY4" fmla="*/ 149158 h 171198"/>
              <a:gd name="connsiteX5" fmla="*/ 122699 w 270347"/>
              <a:gd name="connsiteY5" fmla="*/ 146575 h 171198"/>
              <a:gd name="connsiteX6" fmla="*/ 147120 w 270347"/>
              <a:gd name="connsiteY6" fmla="*/ 134466 h 171198"/>
              <a:gd name="connsiteX7" fmla="*/ 168855 w 270347"/>
              <a:gd name="connsiteY7" fmla="*/ 122458 h 171198"/>
              <a:gd name="connsiteX8" fmla="*/ 202901 w 270347"/>
              <a:gd name="connsiteY8" fmla="*/ 103004 h 171198"/>
              <a:gd name="connsiteX9" fmla="*/ 226917 w 270347"/>
              <a:gd name="connsiteY9" fmla="*/ 88310 h 171198"/>
              <a:gd name="connsiteX10" fmla="*/ 269982 w 270347"/>
              <a:gd name="connsiteY10" fmla="*/ 57051 h 171198"/>
              <a:gd name="connsiteX11" fmla="*/ 200622 w 270347"/>
              <a:gd name="connsiteY11" fmla="*/ 59330 h 171198"/>
              <a:gd name="connsiteX12" fmla="*/ 161711 w 270347"/>
              <a:gd name="connsiteY12" fmla="*/ 54466 h 171198"/>
              <a:gd name="connsiteX13" fmla="*/ 132529 w 270347"/>
              <a:gd name="connsiteY13" fmla="*/ 49500 h 171198"/>
              <a:gd name="connsiteX14" fmla="*/ 98482 w 270347"/>
              <a:gd name="connsiteY14" fmla="*/ 35011 h 171198"/>
              <a:gd name="connsiteX15" fmla="*/ 85598 w 270347"/>
              <a:gd name="connsiteY15" fmla="*/ 17001 h 171198"/>
              <a:gd name="connsiteX16" fmla="*/ 50514 w 270347"/>
              <a:gd name="connsiteY16" fmla="*/ 413 h 171198"/>
              <a:gd name="connsiteX17" fmla="*/ 35049 w 270347"/>
              <a:gd name="connsiteY17" fmla="*/ 34808 h 171198"/>
              <a:gd name="connsiteX18" fmla="*/ 25321 w 270347"/>
              <a:gd name="connsiteY18" fmla="*/ 61609 h 171198"/>
              <a:gd name="connsiteX19" fmla="*/ 10933 w 270347"/>
              <a:gd name="connsiteY19" fmla="*/ 122560 h 171198"/>
              <a:gd name="connsiteX20" fmla="*/ 6069 w 270347"/>
              <a:gd name="connsiteY20" fmla="*/ 146879 h 171198"/>
              <a:gd name="connsiteX21" fmla="*/ 1205 w 270347"/>
              <a:gd name="connsiteY21" fmla="*/ 171198 h 171198"/>
              <a:gd name="connsiteX0" fmla="*/ 1205 w 270347"/>
              <a:gd name="connsiteY0" fmla="*/ 171198 h 171198"/>
              <a:gd name="connsiteX1" fmla="*/ 1205 w 270347"/>
              <a:gd name="connsiteY1" fmla="*/ 171198 h 171198"/>
              <a:gd name="connsiteX2" fmla="*/ 49843 w 270347"/>
              <a:gd name="connsiteY2" fmla="*/ 166334 h 171198"/>
              <a:gd name="connsiteX3" fmla="*/ 69299 w 270347"/>
              <a:gd name="connsiteY3" fmla="*/ 163751 h 171198"/>
              <a:gd name="connsiteX4" fmla="*/ 103345 w 270347"/>
              <a:gd name="connsiteY4" fmla="*/ 149158 h 171198"/>
              <a:gd name="connsiteX5" fmla="*/ 122699 w 270347"/>
              <a:gd name="connsiteY5" fmla="*/ 146575 h 171198"/>
              <a:gd name="connsiteX6" fmla="*/ 147120 w 270347"/>
              <a:gd name="connsiteY6" fmla="*/ 134466 h 171198"/>
              <a:gd name="connsiteX7" fmla="*/ 168855 w 270347"/>
              <a:gd name="connsiteY7" fmla="*/ 122458 h 171198"/>
              <a:gd name="connsiteX8" fmla="*/ 202901 w 270347"/>
              <a:gd name="connsiteY8" fmla="*/ 103004 h 171198"/>
              <a:gd name="connsiteX9" fmla="*/ 226917 w 270347"/>
              <a:gd name="connsiteY9" fmla="*/ 88310 h 171198"/>
              <a:gd name="connsiteX10" fmla="*/ 269982 w 270347"/>
              <a:gd name="connsiteY10" fmla="*/ 57051 h 171198"/>
              <a:gd name="connsiteX11" fmla="*/ 200622 w 270347"/>
              <a:gd name="connsiteY11" fmla="*/ 59330 h 171198"/>
              <a:gd name="connsiteX12" fmla="*/ 161711 w 270347"/>
              <a:gd name="connsiteY12" fmla="*/ 54466 h 171198"/>
              <a:gd name="connsiteX13" fmla="*/ 140527 w 270347"/>
              <a:gd name="connsiteY13" fmla="*/ 41502 h 171198"/>
              <a:gd name="connsiteX14" fmla="*/ 98482 w 270347"/>
              <a:gd name="connsiteY14" fmla="*/ 35011 h 171198"/>
              <a:gd name="connsiteX15" fmla="*/ 85598 w 270347"/>
              <a:gd name="connsiteY15" fmla="*/ 17001 h 171198"/>
              <a:gd name="connsiteX16" fmla="*/ 50514 w 270347"/>
              <a:gd name="connsiteY16" fmla="*/ 413 h 171198"/>
              <a:gd name="connsiteX17" fmla="*/ 35049 w 270347"/>
              <a:gd name="connsiteY17" fmla="*/ 34808 h 171198"/>
              <a:gd name="connsiteX18" fmla="*/ 25321 w 270347"/>
              <a:gd name="connsiteY18" fmla="*/ 61609 h 171198"/>
              <a:gd name="connsiteX19" fmla="*/ 10933 w 270347"/>
              <a:gd name="connsiteY19" fmla="*/ 122560 h 171198"/>
              <a:gd name="connsiteX20" fmla="*/ 6069 w 270347"/>
              <a:gd name="connsiteY20" fmla="*/ 146879 h 171198"/>
              <a:gd name="connsiteX21" fmla="*/ 1205 w 270347"/>
              <a:gd name="connsiteY21" fmla="*/ 171198 h 171198"/>
              <a:gd name="connsiteX0" fmla="*/ 1205 w 270347"/>
              <a:gd name="connsiteY0" fmla="*/ 171168 h 171168"/>
              <a:gd name="connsiteX1" fmla="*/ 1205 w 270347"/>
              <a:gd name="connsiteY1" fmla="*/ 171168 h 171168"/>
              <a:gd name="connsiteX2" fmla="*/ 49843 w 270347"/>
              <a:gd name="connsiteY2" fmla="*/ 166304 h 171168"/>
              <a:gd name="connsiteX3" fmla="*/ 69299 w 270347"/>
              <a:gd name="connsiteY3" fmla="*/ 163721 h 171168"/>
              <a:gd name="connsiteX4" fmla="*/ 103345 w 270347"/>
              <a:gd name="connsiteY4" fmla="*/ 149128 h 171168"/>
              <a:gd name="connsiteX5" fmla="*/ 122699 w 270347"/>
              <a:gd name="connsiteY5" fmla="*/ 146545 h 171168"/>
              <a:gd name="connsiteX6" fmla="*/ 147120 w 270347"/>
              <a:gd name="connsiteY6" fmla="*/ 134436 h 171168"/>
              <a:gd name="connsiteX7" fmla="*/ 168855 w 270347"/>
              <a:gd name="connsiteY7" fmla="*/ 122428 h 171168"/>
              <a:gd name="connsiteX8" fmla="*/ 202901 w 270347"/>
              <a:gd name="connsiteY8" fmla="*/ 102974 h 171168"/>
              <a:gd name="connsiteX9" fmla="*/ 226917 w 270347"/>
              <a:gd name="connsiteY9" fmla="*/ 88280 h 171168"/>
              <a:gd name="connsiteX10" fmla="*/ 269982 w 270347"/>
              <a:gd name="connsiteY10" fmla="*/ 57021 h 171168"/>
              <a:gd name="connsiteX11" fmla="*/ 200622 w 270347"/>
              <a:gd name="connsiteY11" fmla="*/ 59300 h 171168"/>
              <a:gd name="connsiteX12" fmla="*/ 161711 w 270347"/>
              <a:gd name="connsiteY12" fmla="*/ 54436 h 171168"/>
              <a:gd name="connsiteX13" fmla="*/ 140527 w 270347"/>
              <a:gd name="connsiteY13" fmla="*/ 41472 h 171168"/>
              <a:gd name="connsiteX14" fmla="*/ 106480 w 270347"/>
              <a:gd name="connsiteY14" fmla="*/ 26984 h 171168"/>
              <a:gd name="connsiteX15" fmla="*/ 85598 w 270347"/>
              <a:gd name="connsiteY15" fmla="*/ 16971 h 171168"/>
              <a:gd name="connsiteX16" fmla="*/ 50514 w 270347"/>
              <a:gd name="connsiteY16" fmla="*/ 383 h 171168"/>
              <a:gd name="connsiteX17" fmla="*/ 35049 w 270347"/>
              <a:gd name="connsiteY17" fmla="*/ 34778 h 171168"/>
              <a:gd name="connsiteX18" fmla="*/ 25321 w 270347"/>
              <a:gd name="connsiteY18" fmla="*/ 61579 h 171168"/>
              <a:gd name="connsiteX19" fmla="*/ 10933 w 270347"/>
              <a:gd name="connsiteY19" fmla="*/ 122530 h 171168"/>
              <a:gd name="connsiteX20" fmla="*/ 6069 w 270347"/>
              <a:gd name="connsiteY20" fmla="*/ 146849 h 171168"/>
              <a:gd name="connsiteX21" fmla="*/ 1205 w 270347"/>
              <a:gd name="connsiteY21" fmla="*/ 171168 h 171168"/>
              <a:gd name="connsiteX0" fmla="*/ 1205 w 270347"/>
              <a:gd name="connsiteY0" fmla="*/ 171168 h 171168"/>
              <a:gd name="connsiteX1" fmla="*/ 1205 w 270347"/>
              <a:gd name="connsiteY1" fmla="*/ 171168 h 171168"/>
              <a:gd name="connsiteX2" fmla="*/ 49843 w 270347"/>
              <a:gd name="connsiteY2" fmla="*/ 166304 h 171168"/>
              <a:gd name="connsiteX3" fmla="*/ 69299 w 270347"/>
              <a:gd name="connsiteY3" fmla="*/ 163721 h 171168"/>
              <a:gd name="connsiteX4" fmla="*/ 103345 w 270347"/>
              <a:gd name="connsiteY4" fmla="*/ 149128 h 171168"/>
              <a:gd name="connsiteX5" fmla="*/ 122699 w 270347"/>
              <a:gd name="connsiteY5" fmla="*/ 146545 h 171168"/>
              <a:gd name="connsiteX6" fmla="*/ 147120 w 270347"/>
              <a:gd name="connsiteY6" fmla="*/ 134436 h 171168"/>
              <a:gd name="connsiteX7" fmla="*/ 168855 w 270347"/>
              <a:gd name="connsiteY7" fmla="*/ 122428 h 171168"/>
              <a:gd name="connsiteX8" fmla="*/ 202901 w 270347"/>
              <a:gd name="connsiteY8" fmla="*/ 102974 h 171168"/>
              <a:gd name="connsiteX9" fmla="*/ 226917 w 270347"/>
              <a:gd name="connsiteY9" fmla="*/ 88280 h 171168"/>
              <a:gd name="connsiteX10" fmla="*/ 269982 w 270347"/>
              <a:gd name="connsiteY10" fmla="*/ 57021 h 171168"/>
              <a:gd name="connsiteX11" fmla="*/ 200622 w 270347"/>
              <a:gd name="connsiteY11" fmla="*/ 59300 h 171168"/>
              <a:gd name="connsiteX12" fmla="*/ 172375 w 270347"/>
              <a:gd name="connsiteY12" fmla="*/ 51770 h 171168"/>
              <a:gd name="connsiteX13" fmla="*/ 140527 w 270347"/>
              <a:gd name="connsiteY13" fmla="*/ 41472 h 171168"/>
              <a:gd name="connsiteX14" fmla="*/ 106480 w 270347"/>
              <a:gd name="connsiteY14" fmla="*/ 26984 h 171168"/>
              <a:gd name="connsiteX15" fmla="*/ 85598 w 270347"/>
              <a:gd name="connsiteY15" fmla="*/ 16971 h 171168"/>
              <a:gd name="connsiteX16" fmla="*/ 50514 w 270347"/>
              <a:gd name="connsiteY16" fmla="*/ 383 h 171168"/>
              <a:gd name="connsiteX17" fmla="*/ 35049 w 270347"/>
              <a:gd name="connsiteY17" fmla="*/ 34778 h 171168"/>
              <a:gd name="connsiteX18" fmla="*/ 25321 w 270347"/>
              <a:gd name="connsiteY18" fmla="*/ 61579 h 171168"/>
              <a:gd name="connsiteX19" fmla="*/ 10933 w 270347"/>
              <a:gd name="connsiteY19" fmla="*/ 122530 h 171168"/>
              <a:gd name="connsiteX20" fmla="*/ 6069 w 270347"/>
              <a:gd name="connsiteY20" fmla="*/ 146849 h 171168"/>
              <a:gd name="connsiteX21" fmla="*/ 1205 w 270347"/>
              <a:gd name="connsiteY21" fmla="*/ 171168 h 171168"/>
              <a:gd name="connsiteX0" fmla="*/ 1205 w 270080"/>
              <a:gd name="connsiteY0" fmla="*/ 171168 h 171168"/>
              <a:gd name="connsiteX1" fmla="*/ 1205 w 270080"/>
              <a:gd name="connsiteY1" fmla="*/ 171168 h 171168"/>
              <a:gd name="connsiteX2" fmla="*/ 49843 w 270080"/>
              <a:gd name="connsiteY2" fmla="*/ 166304 h 171168"/>
              <a:gd name="connsiteX3" fmla="*/ 69299 w 270080"/>
              <a:gd name="connsiteY3" fmla="*/ 163721 h 171168"/>
              <a:gd name="connsiteX4" fmla="*/ 103345 w 270080"/>
              <a:gd name="connsiteY4" fmla="*/ 149128 h 171168"/>
              <a:gd name="connsiteX5" fmla="*/ 122699 w 270080"/>
              <a:gd name="connsiteY5" fmla="*/ 146545 h 171168"/>
              <a:gd name="connsiteX6" fmla="*/ 147120 w 270080"/>
              <a:gd name="connsiteY6" fmla="*/ 134436 h 171168"/>
              <a:gd name="connsiteX7" fmla="*/ 168855 w 270080"/>
              <a:gd name="connsiteY7" fmla="*/ 122428 h 171168"/>
              <a:gd name="connsiteX8" fmla="*/ 202901 w 270080"/>
              <a:gd name="connsiteY8" fmla="*/ 102974 h 171168"/>
              <a:gd name="connsiteX9" fmla="*/ 226917 w 270080"/>
              <a:gd name="connsiteY9" fmla="*/ 88280 h 171168"/>
              <a:gd name="connsiteX10" fmla="*/ 269982 w 270080"/>
              <a:gd name="connsiteY10" fmla="*/ 57021 h 171168"/>
              <a:gd name="connsiteX11" fmla="*/ 213951 w 270080"/>
              <a:gd name="connsiteY11" fmla="*/ 51302 h 171168"/>
              <a:gd name="connsiteX12" fmla="*/ 172375 w 270080"/>
              <a:gd name="connsiteY12" fmla="*/ 51770 h 171168"/>
              <a:gd name="connsiteX13" fmla="*/ 140527 w 270080"/>
              <a:gd name="connsiteY13" fmla="*/ 41472 h 171168"/>
              <a:gd name="connsiteX14" fmla="*/ 106480 w 270080"/>
              <a:gd name="connsiteY14" fmla="*/ 26984 h 171168"/>
              <a:gd name="connsiteX15" fmla="*/ 85598 w 270080"/>
              <a:gd name="connsiteY15" fmla="*/ 16971 h 171168"/>
              <a:gd name="connsiteX16" fmla="*/ 50514 w 270080"/>
              <a:gd name="connsiteY16" fmla="*/ 383 h 171168"/>
              <a:gd name="connsiteX17" fmla="*/ 35049 w 270080"/>
              <a:gd name="connsiteY17" fmla="*/ 34778 h 171168"/>
              <a:gd name="connsiteX18" fmla="*/ 25321 w 270080"/>
              <a:gd name="connsiteY18" fmla="*/ 61579 h 171168"/>
              <a:gd name="connsiteX19" fmla="*/ 10933 w 270080"/>
              <a:gd name="connsiteY19" fmla="*/ 122530 h 171168"/>
              <a:gd name="connsiteX20" fmla="*/ 6069 w 270080"/>
              <a:gd name="connsiteY20" fmla="*/ 146849 h 171168"/>
              <a:gd name="connsiteX21" fmla="*/ 1205 w 270080"/>
              <a:gd name="connsiteY21" fmla="*/ 171168 h 171168"/>
              <a:gd name="connsiteX0" fmla="*/ 1205 w 270080"/>
              <a:gd name="connsiteY0" fmla="*/ 171168 h 171168"/>
              <a:gd name="connsiteX1" fmla="*/ 1205 w 270080"/>
              <a:gd name="connsiteY1" fmla="*/ 171168 h 171168"/>
              <a:gd name="connsiteX2" fmla="*/ 49843 w 270080"/>
              <a:gd name="connsiteY2" fmla="*/ 166304 h 171168"/>
              <a:gd name="connsiteX3" fmla="*/ 69299 w 270080"/>
              <a:gd name="connsiteY3" fmla="*/ 163721 h 171168"/>
              <a:gd name="connsiteX4" fmla="*/ 103345 w 270080"/>
              <a:gd name="connsiteY4" fmla="*/ 149128 h 171168"/>
              <a:gd name="connsiteX5" fmla="*/ 122699 w 270080"/>
              <a:gd name="connsiteY5" fmla="*/ 146545 h 171168"/>
              <a:gd name="connsiteX6" fmla="*/ 147120 w 270080"/>
              <a:gd name="connsiteY6" fmla="*/ 134436 h 171168"/>
              <a:gd name="connsiteX7" fmla="*/ 168855 w 270080"/>
              <a:gd name="connsiteY7" fmla="*/ 122428 h 171168"/>
              <a:gd name="connsiteX8" fmla="*/ 202901 w 270080"/>
              <a:gd name="connsiteY8" fmla="*/ 102974 h 171168"/>
              <a:gd name="connsiteX9" fmla="*/ 226917 w 270080"/>
              <a:gd name="connsiteY9" fmla="*/ 88280 h 171168"/>
              <a:gd name="connsiteX10" fmla="*/ 269982 w 270080"/>
              <a:gd name="connsiteY10" fmla="*/ 46358 h 171168"/>
              <a:gd name="connsiteX11" fmla="*/ 213951 w 270080"/>
              <a:gd name="connsiteY11" fmla="*/ 51302 h 171168"/>
              <a:gd name="connsiteX12" fmla="*/ 172375 w 270080"/>
              <a:gd name="connsiteY12" fmla="*/ 51770 h 171168"/>
              <a:gd name="connsiteX13" fmla="*/ 140527 w 270080"/>
              <a:gd name="connsiteY13" fmla="*/ 41472 h 171168"/>
              <a:gd name="connsiteX14" fmla="*/ 106480 w 270080"/>
              <a:gd name="connsiteY14" fmla="*/ 26984 h 171168"/>
              <a:gd name="connsiteX15" fmla="*/ 85598 w 270080"/>
              <a:gd name="connsiteY15" fmla="*/ 16971 h 171168"/>
              <a:gd name="connsiteX16" fmla="*/ 50514 w 270080"/>
              <a:gd name="connsiteY16" fmla="*/ 383 h 171168"/>
              <a:gd name="connsiteX17" fmla="*/ 35049 w 270080"/>
              <a:gd name="connsiteY17" fmla="*/ 34778 h 171168"/>
              <a:gd name="connsiteX18" fmla="*/ 25321 w 270080"/>
              <a:gd name="connsiteY18" fmla="*/ 61579 h 171168"/>
              <a:gd name="connsiteX19" fmla="*/ 10933 w 270080"/>
              <a:gd name="connsiteY19" fmla="*/ 122530 h 171168"/>
              <a:gd name="connsiteX20" fmla="*/ 6069 w 270080"/>
              <a:gd name="connsiteY20" fmla="*/ 146849 h 171168"/>
              <a:gd name="connsiteX21" fmla="*/ 1205 w 270080"/>
              <a:gd name="connsiteY21" fmla="*/ 171168 h 171168"/>
              <a:gd name="connsiteX0" fmla="*/ 1205 w 270080"/>
              <a:gd name="connsiteY0" fmla="*/ 171168 h 171168"/>
              <a:gd name="connsiteX1" fmla="*/ 1205 w 270080"/>
              <a:gd name="connsiteY1" fmla="*/ 171168 h 171168"/>
              <a:gd name="connsiteX2" fmla="*/ 49843 w 270080"/>
              <a:gd name="connsiteY2" fmla="*/ 166304 h 171168"/>
              <a:gd name="connsiteX3" fmla="*/ 69299 w 270080"/>
              <a:gd name="connsiteY3" fmla="*/ 163721 h 171168"/>
              <a:gd name="connsiteX4" fmla="*/ 103345 w 270080"/>
              <a:gd name="connsiteY4" fmla="*/ 159791 h 171168"/>
              <a:gd name="connsiteX5" fmla="*/ 122699 w 270080"/>
              <a:gd name="connsiteY5" fmla="*/ 146545 h 171168"/>
              <a:gd name="connsiteX6" fmla="*/ 147120 w 270080"/>
              <a:gd name="connsiteY6" fmla="*/ 134436 h 171168"/>
              <a:gd name="connsiteX7" fmla="*/ 168855 w 270080"/>
              <a:gd name="connsiteY7" fmla="*/ 122428 h 171168"/>
              <a:gd name="connsiteX8" fmla="*/ 202901 w 270080"/>
              <a:gd name="connsiteY8" fmla="*/ 102974 h 171168"/>
              <a:gd name="connsiteX9" fmla="*/ 226917 w 270080"/>
              <a:gd name="connsiteY9" fmla="*/ 88280 h 171168"/>
              <a:gd name="connsiteX10" fmla="*/ 269982 w 270080"/>
              <a:gd name="connsiteY10" fmla="*/ 46358 h 171168"/>
              <a:gd name="connsiteX11" fmla="*/ 213951 w 270080"/>
              <a:gd name="connsiteY11" fmla="*/ 51302 h 171168"/>
              <a:gd name="connsiteX12" fmla="*/ 172375 w 270080"/>
              <a:gd name="connsiteY12" fmla="*/ 51770 h 171168"/>
              <a:gd name="connsiteX13" fmla="*/ 140527 w 270080"/>
              <a:gd name="connsiteY13" fmla="*/ 41472 h 171168"/>
              <a:gd name="connsiteX14" fmla="*/ 106480 w 270080"/>
              <a:gd name="connsiteY14" fmla="*/ 26984 h 171168"/>
              <a:gd name="connsiteX15" fmla="*/ 85598 w 270080"/>
              <a:gd name="connsiteY15" fmla="*/ 16971 h 171168"/>
              <a:gd name="connsiteX16" fmla="*/ 50514 w 270080"/>
              <a:gd name="connsiteY16" fmla="*/ 383 h 171168"/>
              <a:gd name="connsiteX17" fmla="*/ 35049 w 270080"/>
              <a:gd name="connsiteY17" fmla="*/ 34778 h 171168"/>
              <a:gd name="connsiteX18" fmla="*/ 25321 w 270080"/>
              <a:gd name="connsiteY18" fmla="*/ 61579 h 171168"/>
              <a:gd name="connsiteX19" fmla="*/ 10933 w 270080"/>
              <a:gd name="connsiteY19" fmla="*/ 122530 h 171168"/>
              <a:gd name="connsiteX20" fmla="*/ 6069 w 270080"/>
              <a:gd name="connsiteY20" fmla="*/ 146849 h 171168"/>
              <a:gd name="connsiteX21" fmla="*/ 1205 w 270080"/>
              <a:gd name="connsiteY21" fmla="*/ 171168 h 171168"/>
              <a:gd name="connsiteX0" fmla="*/ 1205 w 270080"/>
              <a:gd name="connsiteY0" fmla="*/ 171168 h 171841"/>
              <a:gd name="connsiteX1" fmla="*/ 1205 w 270080"/>
              <a:gd name="connsiteY1" fmla="*/ 171168 h 171841"/>
              <a:gd name="connsiteX2" fmla="*/ 49843 w 270080"/>
              <a:gd name="connsiteY2" fmla="*/ 166304 h 171841"/>
              <a:gd name="connsiteX3" fmla="*/ 63968 w 270080"/>
              <a:gd name="connsiteY3" fmla="*/ 171718 h 171841"/>
              <a:gd name="connsiteX4" fmla="*/ 103345 w 270080"/>
              <a:gd name="connsiteY4" fmla="*/ 159791 h 171841"/>
              <a:gd name="connsiteX5" fmla="*/ 122699 w 270080"/>
              <a:gd name="connsiteY5" fmla="*/ 146545 h 171841"/>
              <a:gd name="connsiteX6" fmla="*/ 147120 w 270080"/>
              <a:gd name="connsiteY6" fmla="*/ 134436 h 171841"/>
              <a:gd name="connsiteX7" fmla="*/ 168855 w 270080"/>
              <a:gd name="connsiteY7" fmla="*/ 122428 h 171841"/>
              <a:gd name="connsiteX8" fmla="*/ 202901 w 270080"/>
              <a:gd name="connsiteY8" fmla="*/ 102974 h 171841"/>
              <a:gd name="connsiteX9" fmla="*/ 226917 w 270080"/>
              <a:gd name="connsiteY9" fmla="*/ 88280 h 171841"/>
              <a:gd name="connsiteX10" fmla="*/ 269982 w 270080"/>
              <a:gd name="connsiteY10" fmla="*/ 46358 h 171841"/>
              <a:gd name="connsiteX11" fmla="*/ 213951 w 270080"/>
              <a:gd name="connsiteY11" fmla="*/ 51302 h 171841"/>
              <a:gd name="connsiteX12" fmla="*/ 172375 w 270080"/>
              <a:gd name="connsiteY12" fmla="*/ 51770 h 171841"/>
              <a:gd name="connsiteX13" fmla="*/ 140527 w 270080"/>
              <a:gd name="connsiteY13" fmla="*/ 41472 h 171841"/>
              <a:gd name="connsiteX14" fmla="*/ 106480 w 270080"/>
              <a:gd name="connsiteY14" fmla="*/ 26984 h 171841"/>
              <a:gd name="connsiteX15" fmla="*/ 85598 w 270080"/>
              <a:gd name="connsiteY15" fmla="*/ 16971 h 171841"/>
              <a:gd name="connsiteX16" fmla="*/ 50514 w 270080"/>
              <a:gd name="connsiteY16" fmla="*/ 383 h 171841"/>
              <a:gd name="connsiteX17" fmla="*/ 35049 w 270080"/>
              <a:gd name="connsiteY17" fmla="*/ 34778 h 171841"/>
              <a:gd name="connsiteX18" fmla="*/ 25321 w 270080"/>
              <a:gd name="connsiteY18" fmla="*/ 61579 h 171841"/>
              <a:gd name="connsiteX19" fmla="*/ 10933 w 270080"/>
              <a:gd name="connsiteY19" fmla="*/ 122530 h 171841"/>
              <a:gd name="connsiteX20" fmla="*/ 6069 w 270080"/>
              <a:gd name="connsiteY20" fmla="*/ 146849 h 171841"/>
              <a:gd name="connsiteX21" fmla="*/ 1205 w 270080"/>
              <a:gd name="connsiteY21" fmla="*/ 171168 h 171841"/>
              <a:gd name="connsiteX0" fmla="*/ 1205 w 270080"/>
              <a:gd name="connsiteY0" fmla="*/ 171168 h 171168"/>
              <a:gd name="connsiteX1" fmla="*/ 1205 w 270080"/>
              <a:gd name="connsiteY1" fmla="*/ 171168 h 171168"/>
              <a:gd name="connsiteX2" fmla="*/ 49843 w 270080"/>
              <a:gd name="connsiteY2" fmla="*/ 166304 h 171168"/>
              <a:gd name="connsiteX3" fmla="*/ 87961 w 270080"/>
              <a:gd name="connsiteY3" fmla="*/ 158388 h 171168"/>
              <a:gd name="connsiteX4" fmla="*/ 103345 w 270080"/>
              <a:gd name="connsiteY4" fmla="*/ 159791 h 171168"/>
              <a:gd name="connsiteX5" fmla="*/ 122699 w 270080"/>
              <a:gd name="connsiteY5" fmla="*/ 146545 h 171168"/>
              <a:gd name="connsiteX6" fmla="*/ 147120 w 270080"/>
              <a:gd name="connsiteY6" fmla="*/ 134436 h 171168"/>
              <a:gd name="connsiteX7" fmla="*/ 168855 w 270080"/>
              <a:gd name="connsiteY7" fmla="*/ 122428 h 171168"/>
              <a:gd name="connsiteX8" fmla="*/ 202901 w 270080"/>
              <a:gd name="connsiteY8" fmla="*/ 102974 h 171168"/>
              <a:gd name="connsiteX9" fmla="*/ 226917 w 270080"/>
              <a:gd name="connsiteY9" fmla="*/ 88280 h 171168"/>
              <a:gd name="connsiteX10" fmla="*/ 269982 w 270080"/>
              <a:gd name="connsiteY10" fmla="*/ 46358 h 171168"/>
              <a:gd name="connsiteX11" fmla="*/ 213951 w 270080"/>
              <a:gd name="connsiteY11" fmla="*/ 51302 h 171168"/>
              <a:gd name="connsiteX12" fmla="*/ 172375 w 270080"/>
              <a:gd name="connsiteY12" fmla="*/ 51770 h 171168"/>
              <a:gd name="connsiteX13" fmla="*/ 140527 w 270080"/>
              <a:gd name="connsiteY13" fmla="*/ 41472 h 171168"/>
              <a:gd name="connsiteX14" fmla="*/ 106480 w 270080"/>
              <a:gd name="connsiteY14" fmla="*/ 26984 h 171168"/>
              <a:gd name="connsiteX15" fmla="*/ 85598 w 270080"/>
              <a:gd name="connsiteY15" fmla="*/ 16971 h 171168"/>
              <a:gd name="connsiteX16" fmla="*/ 50514 w 270080"/>
              <a:gd name="connsiteY16" fmla="*/ 383 h 171168"/>
              <a:gd name="connsiteX17" fmla="*/ 35049 w 270080"/>
              <a:gd name="connsiteY17" fmla="*/ 34778 h 171168"/>
              <a:gd name="connsiteX18" fmla="*/ 25321 w 270080"/>
              <a:gd name="connsiteY18" fmla="*/ 61579 h 171168"/>
              <a:gd name="connsiteX19" fmla="*/ 10933 w 270080"/>
              <a:gd name="connsiteY19" fmla="*/ 122530 h 171168"/>
              <a:gd name="connsiteX20" fmla="*/ 6069 w 270080"/>
              <a:gd name="connsiteY20" fmla="*/ 146849 h 171168"/>
              <a:gd name="connsiteX21" fmla="*/ 1205 w 270080"/>
              <a:gd name="connsiteY21" fmla="*/ 171168 h 171168"/>
              <a:gd name="connsiteX0" fmla="*/ 1205 w 270080"/>
              <a:gd name="connsiteY0" fmla="*/ 171168 h 172250"/>
              <a:gd name="connsiteX1" fmla="*/ 1205 w 270080"/>
              <a:gd name="connsiteY1" fmla="*/ 171168 h 172250"/>
              <a:gd name="connsiteX2" fmla="*/ 47178 w 270080"/>
              <a:gd name="connsiteY2" fmla="*/ 171636 h 172250"/>
              <a:gd name="connsiteX3" fmla="*/ 87961 w 270080"/>
              <a:gd name="connsiteY3" fmla="*/ 158388 h 172250"/>
              <a:gd name="connsiteX4" fmla="*/ 103345 w 270080"/>
              <a:gd name="connsiteY4" fmla="*/ 159791 h 172250"/>
              <a:gd name="connsiteX5" fmla="*/ 122699 w 270080"/>
              <a:gd name="connsiteY5" fmla="*/ 146545 h 172250"/>
              <a:gd name="connsiteX6" fmla="*/ 147120 w 270080"/>
              <a:gd name="connsiteY6" fmla="*/ 134436 h 172250"/>
              <a:gd name="connsiteX7" fmla="*/ 168855 w 270080"/>
              <a:gd name="connsiteY7" fmla="*/ 122428 h 172250"/>
              <a:gd name="connsiteX8" fmla="*/ 202901 w 270080"/>
              <a:gd name="connsiteY8" fmla="*/ 102974 h 172250"/>
              <a:gd name="connsiteX9" fmla="*/ 226917 w 270080"/>
              <a:gd name="connsiteY9" fmla="*/ 88280 h 172250"/>
              <a:gd name="connsiteX10" fmla="*/ 269982 w 270080"/>
              <a:gd name="connsiteY10" fmla="*/ 46358 h 172250"/>
              <a:gd name="connsiteX11" fmla="*/ 213951 w 270080"/>
              <a:gd name="connsiteY11" fmla="*/ 51302 h 172250"/>
              <a:gd name="connsiteX12" fmla="*/ 172375 w 270080"/>
              <a:gd name="connsiteY12" fmla="*/ 51770 h 172250"/>
              <a:gd name="connsiteX13" fmla="*/ 140527 w 270080"/>
              <a:gd name="connsiteY13" fmla="*/ 41472 h 172250"/>
              <a:gd name="connsiteX14" fmla="*/ 106480 w 270080"/>
              <a:gd name="connsiteY14" fmla="*/ 26984 h 172250"/>
              <a:gd name="connsiteX15" fmla="*/ 85598 w 270080"/>
              <a:gd name="connsiteY15" fmla="*/ 16971 h 172250"/>
              <a:gd name="connsiteX16" fmla="*/ 50514 w 270080"/>
              <a:gd name="connsiteY16" fmla="*/ 383 h 172250"/>
              <a:gd name="connsiteX17" fmla="*/ 35049 w 270080"/>
              <a:gd name="connsiteY17" fmla="*/ 34778 h 172250"/>
              <a:gd name="connsiteX18" fmla="*/ 25321 w 270080"/>
              <a:gd name="connsiteY18" fmla="*/ 61579 h 172250"/>
              <a:gd name="connsiteX19" fmla="*/ 10933 w 270080"/>
              <a:gd name="connsiteY19" fmla="*/ 122530 h 172250"/>
              <a:gd name="connsiteX20" fmla="*/ 6069 w 270080"/>
              <a:gd name="connsiteY20" fmla="*/ 146849 h 172250"/>
              <a:gd name="connsiteX21" fmla="*/ 1205 w 270080"/>
              <a:gd name="connsiteY21" fmla="*/ 171168 h 172250"/>
              <a:gd name="connsiteX0" fmla="*/ 1205 w 270080"/>
              <a:gd name="connsiteY0" fmla="*/ 171168 h 172250"/>
              <a:gd name="connsiteX1" fmla="*/ 1205 w 270080"/>
              <a:gd name="connsiteY1" fmla="*/ 171168 h 172250"/>
              <a:gd name="connsiteX2" fmla="*/ 47178 w 270080"/>
              <a:gd name="connsiteY2" fmla="*/ 171636 h 172250"/>
              <a:gd name="connsiteX3" fmla="*/ 87961 w 270080"/>
              <a:gd name="connsiteY3" fmla="*/ 158388 h 172250"/>
              <a:gd name="connsiteX4" fmla="*/ 103345 w 270080"/>
              <a:gd name="connsiteY4" fmla="*/ 159791 h 172250"/>
              <a:gd name="connsiteX5" fmla="*/ 122699 w 270080"/>
              <a:gd name="connsiteY5" fmla="*/ 146545 h 172250"/>
              <a:gd name="connsiteX6" fmla="*/ 147120 w 270080"/>
              <a:gd name="connsiteY6" fmla="*/ 134436 h 172250"/>
              <a:gd name="connsiteX7" fmla="*/ 168855 w 270080"/>
              <a:gd name="connsiteY7" fmla="*/ 122428 h 172250"/>
              <a:gd name="connsiteX8" fmla="*/ 202901 w 270080"/>
              <a:gd name="connsiteY8" fmla="*/ 102974 h 172250"/>
              <a:gd name="connsiteX9" fmla="*/ 226917 w 270080"/>
              <a:gd name="connsiteY9" fmla="*/ 88280 h 172250"/>
              <a:gd name="connsiteX10" fmla="*/ 269982 w 270080"/>
              <a:gd name="connsiteY10" fmla="*/ 46358 h 172250"/>
              <a:gd name="connsiteX11" fmla="*/ 213951 w 270080"/>
              <a:gd name="connsiteY11" fmla="*/ 51302 h 172250"/>
              <a:gd name="connsiteX12" fmla="*/ 172375 w 270080"/>
              <a:gd name="connsiteY12" fmla="*/ 51770 h 172250"/>
              <a:gd name="connsiteX13" fmla="*/ 140527 w 270080"/>
              <a:gd name="connsiteY13" fmla="*/ 41472 h 172250"/>
              <a:gd name="connsiteX14" fmla="*/ 106480 w 270080"/>
              <a:gd name="connsiteY14" fmla="*/ 26984 h 172250"/>
              <a:gd name="connsiteX15" fmla="*/ 85598 w 270080"/>
              <a:gd name="connsiteY15" fmla="*/ 16971 h 172250"/>
              <a:gd name="connsiteX16" fmla="*/ 50514 w 270080"/>
              <a:gd name="connsiteY16" fmla="*/ 383 h 172250"/>
              <a:gd name="connsiteX17" fmla="*/ 35049 w 270080"/>
              <a:gd name="connsiteY17" fmla="*/ 34778 h 172250"/>
              <a:gd name="connsiteX18" fmla="*/ 25321 w 270080"/>
              <a:gd name="connsiteY18" fmla="*/ 61579 h 172250"/>
              <a:gd name="connsiteX19" fmla="*/ 10933 w 270080"/>
              <a:gd name="connsiteY19" fmla="*/ 122530 h 172250"/>
              <a:gd name="connsiteX20" fmla="*/ 6069 w 270080"/>
              <a:gd name="connsiteY20" fmla="*/ 146849 h 172250"/>
              <a:gd name="connsiteX21" fmla="*/ 1205 w 270080"/>
              <a:gd name="connsiteY21" fmla="*/ 171168 h 172250"/>
              <a:gd name="connsiteX0" fmla="*/ 17 w 271558"/>
              <a:gd name="connsiteY0" fmla="*/ 189830 h 189830"/>
              <a:gd name="connsiteX1" fmla="*/ 2683 w 271558"/>
              <a:gd name="connsiteY1" fmla="*/ 171168 h 189830"/>
              <a:gd name="connsiteX2" fmla="*/ 48656 w 271558"/>
              <a:gd name="connsiteY2" fmla="*/ 171636 h 189830"/>
              <a:gd name="connsiteX3" fmla="*/ 89439 w 271558"/>
              <a:gd name="connsiteY3" fmla="*/ 158388 h 189830"/>
              <a:gd name="connsiteX4" fmla="*/ 104823 w 271558"/>
              <a:gd name="connsiteY4" fmla="*/ 159791 h 189830"/>
              <a:gd name="connsiteX5" fmla="*/ 124177 w 271558"/>
              <a:gd name="connsiteY5" fmla="*/ 146545 h 189830"/>
              <a:gd name="connsiteX6" fmla="*/ 148598 w 271558"/>
              <a:gd name="connsiteY6" fmla="*/ 134436 h 189830"/>
              <a:gd name="connsiteX7" fmla="*/ 170333 w 271558"/>
              <a:gd name="connsiteY7" fmla="*/ 122428 h 189830"/>
              <a:gd name="connsiteX8" fmla="*/ 204379 w 271558"/>
              <a:gd name="connsiteY8" fmla="*/ 102974 h 189830"/>
              <a:gd name="connsiteX9" fmla="*/ 228395 w 271558"/>
              <a:gd name="connsiteY9" fmla="*/ 88280 h 189830"/>
              <a:gd name="connsiteX10" fmla="*/ 271460 w 271558"/>
              <a:gd name="connsiteY10" fmla="*/ 46358 h 189830"/>
              <a:gd name="connsiteX11" fmla="*/ 215429 w 271558"/>
              <a:gd name="connsiteY11" fmla="*/ 51302 h 189830"/>
              <a:gd name="connsiteX12" fmla="*/ 173853 w 271558"/>
              <a:gd name="connsiteY12" fmla="*/ 51770 h 189830"/>
              <a:gd name="connsiteX13" fmla="*/ 142005 w 271558"/>
              <a:gd name="connsiteY13" fmla="*/ 41472 h 189830"/>
              <a:gd name="connsiteX14" fmla="*/ 107958 w 271558"/>
              <a:gd name="connsiteY14" fmla="*/ 26984 h 189830"/>
              <a:gd name="connsiteX15" fmla="*/ 87076 w 271558"/>
              <a:gd name="connsiteY15" fmla="*/ 16971 h 189830"/>
              <a:gd name="connsiteX16" fmla="*/ 51992 w 271558"/>
              <a:gd name="connsiteY16" fmla="*/ 383 h 189830"/>
              <a:gd name="connsiteX17" fmla="*/ 36527 w 271558"/>
              <a:gd name="connsiteY17" fmla="*/ 34778 h 189830"/>
              <a:gd name="connsiteX18" fmla="*/ 26799 w 271558"/>
              <a:gd name="connsiteY18" fmla="*/ 61579 h 189830"/>
              <a:gd name="connsiteX19" fmla="*/ 12411 w 271558"/>
              <a:gd name="connsiteY19" fmla="*/ 122530 h 189830"/>
              <a:gd name="connsiteX20" fmla="*/ 7547 w 271558"/>
              <a:gd name="connsiteY20" fmla="*/ 146849 h 189830"/>
              <a:gd name="connsiteX21" fmla="*/ 17 w 271558"/>
              <a:gd name="connsiteY21" fmla="*/ 189830 h 189830"/>
              <a:gd name="connsiteX0" fmla="*/ 17 w 271558"/>
              <a:gd name="connsiteY0" fmla="*/ 189830 h 189830"/>
              <a:gd name="connsiteX1" fmla="*/ 2683 w 271558"/>
              <a:gd name="connsiteY1" fmla="*/ 171168 h 189830"/>
              <a:gd name="connsiteX2" fmla="*/ 67317 w 271558"/>
              <a:gd name="connsiteY2" fmla="*/ 163639 h 189830"/>
              <a:gd name="connsiteX3" fmla="*/ 89439 w 271558"/>
              <a:gd name="connsiteY3" fmla="*/ 158388 h 189830"/>
              <a:gd name="connsiteX4" fmla="*/ 104823 w 271558"/>
              <a:gd name="connsiteY4" fmla="*/ 159791 h 189830"/>
              <a:gd name="connsiteX5" fmla="*/ 124177 w 271558"/>
              <a:gd name="connsiteY5" fmla="*/ 146545 h 189830"/>
              <a:gd name="connsiteX6" fmla="*/ 148598 w 271558"/>
              <a:gd name="connsiteY6" fmla="*/ 134436 h 189830"/>
              <a:gd name="connsiteX7" fmla="*/ 170333 w 271558"/>
              <a:gd name="connsiteY7" fmla="*/ 122428 h 189830"/>
              <a:gd name="connsiteX8" fmla="*/ 204379 w 271558"/>
              <a:gd name="connsiteY8" fmla="*/ 102974 h 189830"/>
              <a:gd name="connsiteX9" fmla="*/ 228395 w 271558"/>
              <a:gd name="connsiteY9" fmla="*/ 88280 h 189830"/>
              <a:gd name="connsiteX10" fmla="*/ 271460 w 271558"/>
              <a:gd name="connsiteY10" fmla="*/ 46358 h 189830"/>
              <a:gd name="connsiteX11" fmla="*/ 215429 w 271558"/>
              <a:gd name="connsiteY11" fmla="*/ 51302 h 189830"/>
              <a:gd name="connsiteX12" fmla="*/ 173853 w 271558"/>
              <a:gd name="connsiteY12" fmla="*/ 51770 h 189830"/>
              <a:gd name="connsiteX13" fmla="*/ 142005 w 271558"/>
              <a:gd name="connsiteY13" fmla="*/ 41472 h 189830"/>
              <a:gd name="connsiteX14" fmla="*/ 107958 w 271558"/>
              <a:gd name="connsiteY14" fmla="*/ 26984 h 189830"/>
              <a:gd name="connsiteX15" fmla="*/ 87076 w 271558"/>
              <a:gd name="connsiteY15" fmla="*/ 16971 h 189830"/>
              <a:gd name="connsiteX16" fmla="*/ 51992 w 271558"/>
              <a:gd name="connsiteY16" fmla="*/ 383 h 189830"/>
              <a:gd name="connsiteX17" fmla="*/ 36527 w 271558"/>
              <a:gd name="connsiteY17" fmla="*/ 34778 h 189830"/>
              <a:gd name="connsiteX18" fmla="*/ 26799 w 271558"/>
              <a:gd name="connsiteY18" fmla="*/ 61579 h 189830"/>
              <a:gd name="connsiteX19" fmla="*/ 12411 w 271558"/>
              <a:gd name="connsiteY19" fmla="*/ 122530 h 189830"/>
              <a:gd name="connsiteX20" fmla="*/ 7547 w 271558"/>
              <a:gd name="connsiteY20" fmla="*/ 146849 h 189830"/>
              <a:gd name="connsiteX21" fmla="*/ 17 w 271558"/>
              <a:gd name="connsiteY21"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7317 w 271558"/>
              <a:gd name="connsiteY3" fmla="*/ 163639 h 189830"/>
              <a:gd name="connsiteX4" fmla="*/ 89439 w 271558"/>
              <a:gd name="connsiteY4" fmla="*/ 158388 h 189830"/>
              <a:gd name="connsiteX5" fmla="*/ 104823 w 271558"/>
              <a:gd name="connsiteY5" fmla="*/ 159791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04823 w 271558"/>
              <a:gd name="connsiteY5" fmla="*/ 159791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04823 w 271558"/>
              <a:gd name="connsiteY5" fmla="*/ 167789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02157 w 271558"/>
              <a:gd name="connsiteY5" fmla="*/ 138464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02157 w 271558"/>
              <a:gd name="connsiteY5" fmla="*/ 138464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 name="connsiteX0" fmla="*/ 17 w 271558"/>
              <a:gd name="connsiteY0" fmla="*/ 189830 h 189830"/>
              <a:gd name="connsiteX1" fmla="*/ 2683 w 271558"/>
              <a:gd name="connsiteY1" fmla="*/ 171168 h 189830"/>
              <a:gd name="connsiteX2" fmla="*/ 22435 w 271558"/>
              <a:gd name="connsiteY2" fmla="*/ 186881 h 189830"/>
              <a:gd name="connsiteX3" fmla="*/ 64651 w 271558"/>
              <a:gd name="connsiteY3" fmla="*/ 176968 h 189830"/>
              <a:gd name="connsiteX4" fmla="*/ 89439 w 271558"/>
              <a:gd name="connsiteY4" fmla="*/ 158388 h 189830"/>
              <a:gd name="connsiteX5" fmla="*/ 110154 w 271558"/>
              <a:gd name="connsiteY5" fmla="*/ 151793 h 189830"/>
              <a:gd name="connsiteX6" fmla="*/ 124177 w 271558"/>
              <a:gd name="connsiteY6" fmla="*/ 146545 h 189830"/>
              <a:gd name="connsiteX7" fmla="*/ 148598 w 271558"/>
              <a:gd name="connsiteY7" fmla="*/ 134436 h 189830"/>
              <a:gd name="connsiteX8" fmla="*/ 170333 w 271558"/>
              <a:gd name="connsiteY8" fmla="*/ 122428 h 189830"/>
              <a:gd name="connsiteX9" fmla="*/ 204379 w 271558"/>
              <a:gd name="connsiteY9" fmla="*/ 102974 h 189830"/>
              <a:gd name="connsiteX10" fmla="*/ 228395 w 271558"/>
              <a:gd name="connsiteY10" fmla="*/ 88280 h 189830"/>
              <a:gd name="connsiteX11" fmla="*/ 271460 w 271558"/>
              <a:gd name="connsiteY11" fmla="*/ 46358 h 189830"/>
              <a:gd name="connsiteX12" fmla="*/ 215429 w 271558"/>
              <a:gd name="connsiteY12" fmla="*/ 51302 h 189830"/>
              <a:gd name="connsiteX13" fmla="*/ 173853 w 271558"/>
              <a:gd name="connsiteY13" fmla="*/ 51770 h 189830"/>
              <a:gd name="connsiteX14" fmla="*/ 142005 w 271558"/>
              <a:gd name="connsiteY14" fmla="*/ 41472 h 189830"/>
              <a:gd name="connsiteX15" fmla="*/ 107958 w 271558"/>
              <a:gd name="connsiteY15" fmla="*/ 26984 h 189830"/>
              <a:gd name="connsiteX16" fmla="*/ 87076 w 271558"/>
              <a:gd name="connsiteY16" fmla="*/ 16971 h 189830"/>
              <a:gd name="connsiteX17" fmla="*/ 51992 w 271558"/>
              <a:gd name="connsiteY17" fmla="*/ 383 h 189830"/>
              <a:gd name="connsiteX18" fmla="*/ 36527 w 271558"/>
              <a:gd name="connsiteY18" fmla="*/ 34778 h 189830"/>
              <a:gd name="connsiteX19" fmla="*/ 26799 w 271558"/>
              <a:gd name="connsiteY19" fmla="*/ 61579 h 189830"/>
              <a:gd name="connsiteX20" fmla="*/ 12411 w 271558"/>
              <a:gd name="connsiteY20" fmla="*/ 122530 h 189830"/>
              <a:gd name="connsiteX21" fmla="*/ 7547 w 271558"/>
              <a:gd name="connsiteY21" fmla="*/ 146849 h 189830"/>
              <a:gd name="connsiteX22" fmla="*/ 17 w 271558"/>
              <a:gd name="connsiteY22" fmla="*/ 189830 h 189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1558" h="189830">
                <a:moveTo>
                  <a:pt x="17" y="189830"/>
                </a:moveTo>
                <a:lnTo>
                  <a:pt x="2683" y="171168"/>
                </a:lnTo>
                <a:cubicBezTo>
                  <a:pt x="6419" y="168011"/>
                  <a:pt x="11663" y="188136"/>
                  <a:pt x="22435" y="186881"/>
                </a:cubicBezTo>
                <a:cubicBezTo>
                  <a:pt x="33207" y="185626"/>
                  <a:pt x="53484" y="181717"/>
                  <a:pt x="64651" y="176968"/>
                </a:cubicBezTo>
                <a:cubicBezTo>
                  <a:pt x="75818" y="172219"/>
                  <a:pt x="81855" y="162584"/>
                  <a:pt x="89439" y="158388"/>
                </a:cubicBezTo>
                <a:cubicBezTo>
                  <a:pt x="97023" y="154192"/>
                  <a:pt x="104364" y="153767"/>
                  <a:pt x="110154" y="151793"/>
                </a:cubicBezTo>
                <a:cubicBezTo>
                  <a:pt x="115944" y="149819"/>
                  <a:pt x="117770" y="149438"/>
                  <a:pt x="124177" y="146545"/>
                </a:cubicBezTo>
                <a:cubicBezTo>
                  <a:pt x="130584" y="143652"/>
                  <a:pt x="140905" y="138456"/>
                  <a:pt x="148598" y="134436"/>
                </a:cubicBezTo>
                <a:cubicBezTo>
                  <a:pt x="156291" y="130417"/>
                  <a:pt x="161036" y="127672"/>
                  <a:pt x="170333" y="122428"/>
                </a:cubicBezTo>
                <a:cubicBezTo>
                  <a:pt x="179630" y="117184"/>
                  <a:pt x="183755" y="116723"/>
                  <a:pt x="204379" y="102974"/>
                </a:cubicBezTo>
                <a:cubicBezTo>
                  <a:pt x="207622" y="96489"/>
                  <a:pt x="217215" y="97716"/>
                  <a:pt x="228395" y="88280"/>
                </a:cubicBezTo>
                <a:cubicBezTo>
                  <a:pt x="239575" y="78844"/>
                  <a:pt x="273621" y="52521"/>
                  <a:pt x="271460" y="46358"/>
                </a:cubicBezTo>
                <a:cubicBezTo>
                  <a:pt x="269299" y="40195"/>
                  <a:pt x="231697" y="50400"/>
                  <a:pt x="215429" y="51302"/>
                </a:cubicBezTo>
                <a:cubicBezTo>
                  <a:pt x="199161" y="52204"/>
                  <a:pt x="186823" y="53391"/>
                  <a:pt x="173853" y="51770"/>
                </a:cubicBezTo>
                <a:cubicBezTo>
                  <a:pt x="164125" y="48527"/>
                  <a:pt x="152987" y="45603"/>
                  <a:pt x="142005" y="41472"/>
                </a:cubicBezTo>
                <a:cubicBezTo>
                  <a:pt x="131023" y="37341"/>
                  <a:pt x="117113" y="31068"/>
                  <a:pt x="107958" y="26984"/>
                </a:cubicBezTo>
                <a:cubicBezTo>
                  <a:pt x="98803" y="22901"/>
                  <a:pt x="96404" y="21405"/>
                  <a:pt x="87076" y="16971"/>
                </a:cubicBezTo>
                <a:cubicBezTo>
                  <a:pt x="77748" y="12537"/>
                  <a:pt x="60417" y="-2585"/>
                  <a:pt x="51992" y="383"/>
                </a:cubicBezTo>
                <a:cubicBezTo>
                  <a:pt x="43567" y="3351"/>
                  <a:pt x="40726" y="24579"/>
                  <a:pt x="36527" y="34778"/>
                </a:cubicBezTo>
                <a:cubicBezTo>
                  <a:pt x="32328" y="44977"/>
                  <a:pt x="30818" y="46954"/>
                  <a:pt x="26799" y="61579"/>
                </a:cubicBezTo>
                <a:cubicBezTo>
                  <a:pt x="22780" y="76204"/>
                  <a:pt x="14793" y="99899"/>
                  <a:pt x="12411" y="122530"/>
                </a:cubicBezTo>
                <a:cubicBezTo>
                  <a:pt x="11546" y="130751"/>
                  <a:pt x="10161" y="139006"/>
                  <a:pt x="7547" y="146849"/>
                </a:cubicBezTo>
                <a:cubicBezTo>
                  <a:pt x="-2906" y="178207"/>
                  <a:pt x="828" y="185777"/>
                  <a:pt x="17" y="189830"/>
                </a:cubicBezTo>
                <a:close/>
              </a:path>
            </a:pathLst>
          </a:custGeom>
          <a:solidFill>
            <a:schemeClr val="bg2"/>
          </a:solidFill>
          <a:ln>
            <a:solidFill>
              <a:srgbClr val="0604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nake Pointer">
            <a:extLst>
              <a:ext uri="{FF2B5EF4-FFF2-40B4-BE49-F238E27FC236}">
                <a16:creationId xmlns:a16="http://schemas.microsoft.com/office/drawing/2014/main" id="{8A6B4DD2-E461-99E1-ACC7-B351525411C0}"/>
              </a:ext>
            </a:extLst>
          </p:cNvPr>
          <p:cNvSpPr txBox="1"/>
          <p:nvPr/>
        </p:nvSpPr>
        <p:spPr>
          <a:xfrm>
            <a:off x="7364730" y="3558659"/>
            <a:ext cx="518160" cy="369332"/>
          </a:xfrm>
          <a:prstGeom prst="rect">
            <a:avLst/>
          </a:prstGeom>
          <a:noFill/>
          <a:scene3d>
            <a:camera prst="orthographicFront">
              <a:rot lat="0" lon="10800000" rev="0"/>
            </a:camera>
            <a:lightRig rig="threePt" dir="t"/>
          </a:scene3d>
        </p:spPr>
        <p:txBody>
          <a:bodyPr wrap="square" rtlCol="0">
            <a:spAutoFit/>
          </a:bodyPr>
          <a:lstStyle/>
          <a:p>
            <a:r>
              <a:rPr lang="en-US" dirty="0"/>
              <a:t>🐍</a:t>
            </a:r>
          </a:p>
        </p:txBody>
      </p:sp>
      <p:sp>
        <p:nvSpPr>
          <p:cNvPr id="14" name="Highlight">
            <a:extLst>
              <a:ext uri="{FF2B5EF4-FFF2-40B4-BE49-F238E27FC236}">
                <a16:creationId xmlns:a16="http://schemas.microsoft.com/office/drawing/2014/main" id="{E864D0CB-6782-33B5-9B65-E32E40749331}"/>
              </a:ext>
            </a:extLst>
          </p:cNvPr>
          <p:cNvSpPr/>
          <p:nvPr/>
        </p:nvSpPr>
        <p:spPr>
          <a:xfrm>
            <a:off x="8067675" y="3558659"/>
            <a:ext cx="2162175" cy="369332"/>
          </a:xfrm>
          <a:prstGeom prst="rect">
            <a:avLst/>
          </a:prstGeom>
          <a:solidFill>
            <a:srgbClr val="FFDD00">
              <a:alpha val="25098"/>
            </a:srgbClr>
          </a:solidFill>
          <a:ln w="38100">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91112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up)">
                                      <p:cBhvr>
                                        <p:cTn id="14" dur="500"/>
                                        <p:tgtEl>
                                          <p:spTgt spid="1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2AFC9-B8BE-19A0-EBCA-9FB61CFE2C51}"/>
              </a:ext>
            </a:extLst>
          </p:cNvPr>
          <p:cNvSpPr>
            <a:spLocks noGrp="1"/>
          </p:cNvSpPr>
          <p:nvPr>
            <p:ph type="title"/>
          </p:nvPr>
        </p:nvSpPr>
        <p:spPr>
          <a:xfrm>
            <a:off x="838200" y="365125"/>
            <a:ext cx="10515600" cy="1325563"/>
          </a:xfrm>
        </p:spPr>
        <p:txBody>
          <a:bodyPr/>
          <a:lstStyle/>
          <a:p>
            <a:r>
              <a:rPr lang="en-US" b="1" dirty="0"/>
              <a:t>Python Executes Instructions</a:t>
            </a:r>
          </a:p>
        </p:txBody>
      </p:sp>
      <p:sp>
        <p:nvSpPr>
          <p:cNvPr id="6" name="Rectangle 5">
            <a:extLst>
              <a:ext uri="{FF2B5EF4-FFF2-40B4-BE49-F238E27FC236}">
                <a16:creationId xmlns:a16="http://schemas.microsoft.com/office/drawing/2014/main" id="{5C69BDA2-36B2-66FC-5C41-C5451CCBCEC6}"/>
              </a:ext>
            </a:extLst>
          </p:cNvPr>
          <p:cNvSpPr/>
          <p:nvPr/>
        </p:nvSpPr>
        <p:spPr>
          <a:xfrm>
            <a:off x="7661910" y="1690688"/>
            <a:ext cx="3691890" cy="2846070"/>
          </a:xfrm>
          <a:prstGeom prst="rect">
            <a:avLst/>
          </a:prstGeom>
          <a:ln w="28575">
            <a:noFill/>
          </a:ln>
          <a:effectLst>
            <a:glow rad="228600">
              <a:schemeClr val="accent2">
                <a:satMod val="175000"/>
                <a:alpha val="40000"/>
              </a:schemeClr>
            </a:glow>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4800" dirty="0">
                <a:solidFill>
                  <a:schemeClr val="bg1"/>
                </a:solidFill>
                <a:latin typeface="Future TimeSplitters" panose="02000500000000000000" pitchFamily="2" charset="0"/>
              </a:rPr>
              <a:t>Magical Scroll</a:t>
            </a:r>
          </a:p>
          <a:p>
            <a:endParaRPr lang="en-US" sz="2400" dirty="0">
              <a:solidFill>
                <a:schemeClr val="bg1"/>
              </a:solidFill>
            </a:endParaRPr>
          </a:p>
          <a:p>
            <a:pPr marL="342900" indent="-342900">
              <a:buAutoNum type="arabicPeriod"/>
            </a:pPr>
            <a:r>
              <a:rPr lang="en-US" sz="2400" dirty="0">
                <a:solidFill>
                  <a:schemeClr val="bg1"/>
                </a:solidFill>
              </a:rPr>
              <a:t>Say “Hi”</a:t>
            </a:r>
          </a:p>
          <a:p>
            <a:pPr marL="342900" indent="-342900">
              <a:buAutoNum type="arabicPeriod"/>
            </a:pPr>
            <a:r>
              <a:rPr lang="en-US" sz="2400" dirty="0">
                <a:solidFill>
                  <a:schemeClr val="bg1"/>
                </a:solidFill>
              </a:rPr>
              <a:t>Sleep for 5 seconds</a:t>
            </a:r>
          </a:p>
          <a:p>
            <a:pPr marL="342900" indent="-342900">
              <a:buAutoNum type="arabicPeriod"/>
            </a:pPr>
            <a:r>
              <a:rPr lang="en-US" sz="2400" dirty="0">
                <a:solidFill>
                  <a:schemeClr val="bg1"/>
                </a:solidFill>
              </a:rPr>
              <a:t>Calculate 4+4</a:t>
            </a:r>
          </a:p>
          <a:p>
            <a:pPr marL="342900" indent="-342900">
              <a:buAutoNum type="arabicPeriod"/>
            </a:pPr>
            <a:r>
              <a:rPr lang="en-US" sz="2400" dirty="0">
                <a:solidFill>
                  <a:schemeClr val="bg1"/>
                </a:solidFill>
              </a:rPr>
              <a:t>Do a flip</a:t>
            </a:r>
          </a:p>
        </p:txBody>
      </p:sp>
      <p:pic>
        <p:nvPicPr>
          <p:cNvPr id="2052" name="Picture 4" descr="I Just Really Like Snakes Ok Funny Snake Reptile Python Tote Bag by EQ  Designs - Pixels">
            <a:extLst>
              <a:ext uri="{FF2B5EF4-FFF2-40B4-BE49-F238E27FC236}">
                <a16:creationId xmlns:a16="http://schemas.microsoft.com/office/drawing/2014/main" id="{FFE8714D-8D74-E70B-4D03-53BE1ED274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077" t="4127" r="20453" b="30210"/>
          <a:stretch/>
        </p:blipFill>
        <p:spPr bwMode="auto">
          <a:xfrm rot="21600000">
            <a:off x="304801" y="2421775"/>
            <a:ext cx="3580014" cy="4378036"/>
          </a:xfrm>
          <a:prstGeom prst="rect">
            <a:avLst/>
          </a:prstGeom>
          <a:noFill/>
          <a:extLst>
            <a:ext uri="{909E8E84-426E-40DD-AFC4-6F175D3DCCD1}">
              <a14:hiddenFill xmlns:a14="http://schemas.microsoft.com/office/drawing/2010/main">
                <a:solidFill>
                  <a:srgbClr val="FFFFFF"/>
                </a:solidFill>
              </a14:hiddenFill>
            </a:ext>
          </a:extLst>
        </p:spPr>
      </p:pic>
      <p:sp>
        <p:nvSpPr>
          <p:cNvPr id="14" name="Snake Pointer">
            <a:extLst>
              <a:ext uri="{FF2B5EF4-FFF2-40B4-BE49-F238E27FC236}">
                <a16:creationId xmlns:a16="http://schemas.microsoft.com/office/drawing/2014/main" id="{E24D569C-4C18-75F7-0CC6-A9ED1C11F334}"/>
              </a:ext>
            </a:extLst>
          </p:cNvPr>
          <p:cNvSpPr txBox="1"/>
          <p:nvPr/>
        </p:nvSpPr>
        <p:spPr>
          <a:xfrm>
            <a:off x="7364730" y="3930134"/>
            <a:ext cx="518160" cy="369332"/>
          </a:xfrm>
          <a:prstGeom prst="rect">
            <a:avLst/>
          </a:prstGeom>
          <a:noFill/>
          <a:scene3d>
            <a:camera prst="orthographicFront">
              <a:rot lat="0" lon="10800000" rev="0"/>
            </a:camera>
            <a:lightRig rig="threePt" dir="t"/>
          </a:scene3d>
        </p:spPr>
        <p:txBody>
          <a:bodyPr wrap="square" rtlCol="0">
            <a:spAutoFit/>
          </a:bodyPr>
          <a:lstStyle/>
          <a:p>
            <a:r>
              <a:rPr lang="en-US" dirty="0"/>
              <a:t>🐍</a:t>
            </a:r>
          </a:p>
        </p:txBody>
      </p:sp>
      <p:sp>
        <p:nvSpPr>
          <p:cNvPr id="15" name="Rectangle 14">
            <a:extLst>
              <a:ext uri="{FF2B5EF4-FFF2-40B4-BE49-F238E27FC236}">
                <a16:creationId xmlns:a16="http://schemas.microsoft.com/office/drawing/2014/main" id="{3AD29598-7F7D-8EE3-D364-2E996A7EE806}"/>
              </a:ext>
            </a:extLst>
          </p:cNvPr>
          <p:cNvSpPr/>
          <p:nvPr/>
        </p:nvSpPr>
        <p:spPr>
          <a:xfrm>
            <a:off x="8058150" y="3930134"/>
            <a:ext cx="1295400" cy="369332"/>
          </a:xfrm>
          <a:prstGeom prst="rect">
            <a:avLst/>
          </a:prstGeom>
          <a:solidFill>
            <a:srgbClr val="FFDD00">
              <a:alpha val="25098"/>
            </a:srgbClr>
          </a:solidFill>
          <a:ln w="38100">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8015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8" presetClass="emph" presetSubtype="0" fill="hold" nodeType="afterEffect">
                                  <p:stCondLst>
                                    <p:cond delay="0"/>
                                  </p:stCondLst>
                                  <p:childTnLst>
                                    <p:animRot by="21600000">
                                      <p:cBhvr>
                                        <p:cTn id="10" dur="2000" fill="hold"/>
                                        <p:tgtEl>
                                          <p:spTgt spid="205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2AFC9-B8BE-19A0-EBCA-9FB61CFE2C51}"/>
              </a:ext>
            </a:extLst>
          </p:cNvPr>
          <p:cNvSpPr>
            <a:spLocks noGrp="1"/>
          </p:cNvSpPr>
          <p:nvPr>
            <p:ph type="title"/>
          </p:nvPr>
        </p:nvSpPr>
        <p:spPr>
          <a:xfrm>
            <a:off x="838200" y="365125"/>
            <a:ext cx="10515600" cy="1325563"/>
          </a:xfrm>
        </p:spPr>
        <p:txBody>
          <a:bodyPr/>
          <a:lstStyle/>
          <a:p>
            <a:r>
              <a:rPr lang="en-US" b="1" dirty="0"/>
              <a:t>Python Executes Instructions</a:t>
            </a:r>
          </a:p>
        </p:txBody>
      </p:sp>
      <p:sp>
        <p:nvSpPr>
          <p:cNvPr id="6" name="Rectangle 5">
            <a:extLst>
              <a:ext uri="{FF2B5EF4-FFF2-40B4-BE49-F238E27FC236}">
                <a16:creationId xmlns:a16="http://schemas.microsoft.com/office/drawing/2014/main" id="{5C69BDA2-36B2-66FC-5C41-C5451CCBCEC6}"/>
              </a:ext>
            </a:extLst>
          </p:cNvPr>
          <p:cNvSpPr/>
          <p:nvPr/>
        </p:nvSpPr>
        <p:spPr>
          <a:xfrm>
            <a:off x="7661910" y="1690688"/>
            <a:ext cx="3691890" cy="2846070"/>
          </a:xfrm>
          <a:prstGeom prst="rect">
            <a:avLst/>
          </a:prstGeom>
          <a:ln w="28575">
            <a:noFill/>
          </a:ln>
          <a:effectLst>
            <a:glow rad="228600">
              <a:schemeClr val="accent2">
                <a:satMod val="175000"/>
                <a:alpha val="40000"/>
              </a:schemeClr>
            </a:glow>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4800" dirty="0">
                <a:solidFill>
                  <a:schemeClr val="bg1"/>
                </a:solidFill>
                <a:latin typeface="Future TimeSplitters" panose="02000500000000000000" pitchFamily="2" charset="0"/>
              </a:rPr>
              <a:t>Magical Scroll</a:t>
            </a:r>
          </a:p>
          <a:p>
            <a:endParaRPr lang="en-US" sz="2400" dirty="0">
              <a:solidFill>
                <a:schemeClr val="bg1"/>
              </a:solidFill>
            </a:endParaRPr>
          </a:p>
          <a:p>
            <a:pPr marL="342900" indent="-342900">
              <a:buAutoNum type="arabicPeriod"/>
            </a:pPr>
            <a:r>
              <a:rPr lang="en-US" sz="2400" dirty="0">
                <a:solidFill>
                  <a:schemeClr val="bg1"/>
                </a:solidFill>
              </a:rPr>
              <a:t>Say “Hi”</a:t>
            </a:r>
          </a:p>
          <a:p>
            <a:pPr marL="342900" indent="-342900">
              <a:buAutoNum type="arabicPeriod"/>
            </a:pPr>
            <a:r>
              <a:rPr lang="en-US" sz="2400" dirty="0">
                <a:solidFill>
                  <a:schemeClr val="bg1"/>
                </a:solidFill>
              </a:rPr>
              <a:t>Sleep for 5 seconds</a:t>
            </a:r>
          </a:p>
          <a:p>
            <a:pPr marL="342900" indent="-342900">
              <a:buAutoNum type="arabicPeriod"/>
            </a:pPr>
            <a:r>
              <a:rPr lang="en-US" sz="2400" dirty="0">
                <a:solidFill>
                  <a:schemeClr val="bg1"/>
                </a:solidFill>
              </a:rPr>
              <a:t>Calculate 4+4</a:t>
            </a:r>
          </a:p>
          <a:p>
            <a:pPr marL="342900" indent="-342900">
              <a:buAutoNum type="arabicPeriod"/>
            </a:pPr>
            <a:r>
              <a:rPr lang="en-US" sz="2400" dirty="0">
                <a:solidFill>
                  <a:schemeClr val="bg1"/>
                </a:solidFill>
              </a:rPr>
              <a:t>Do a flip</a:t>
            </a:r>
          </a:p>
        </p:txBody>
      </p:sp>
      <p:pic>
        <p:nvPicPr>
          <p:cNvPr id="2052" name="Picture 4" descr="I Just Really Like Snakes Ok Funny Snake Reptile Python Tote Bag by EQ  Designs - Pixels">
            <a:extLst>
              <a:ext uri="{FF2B5EF4-FFF2-40B4-BE49-F238E27FC236}">
                <a16:creationId xmlns:a16="http://schemas.microsoft.com/office/drawing/2014/main" id="{FFE8714D-8D74-E70B-4D03-53BE1ED274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077" t="4127" r="20453" b="30210"/>
          <a:stretch/>
        </p:blipFill>
        <p:spPr bwMode="auto">
          <a:xfrm rot="21600000">
            <a:off x="304801" y="2421775"/>
            <a:ext cx="3580014" cy="437803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F4C8B3C-4497-7949-E5AD-2082C5D507F4}"/>
              </a:ext>
            </a:extLst>
          </p:cNvPr>
          <p:cNvSpPr/>
          <p:nvPr/>
        </p:nvSpPr>
        <p:spPr>
          <a:xfrm>
            <a:off x="3884816" y="1690688"/>
            <a:ext cx="3458959" cy="2846070"/>
          </a:xfrm>
          <a:prstGeom prst="rect">
            <a:avLst/>
          </a:prstGeom>
          <a:solidFill>
            <a:schemeClr val="tx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2400" b="1" dirty="0">
                <a:solidFill>
                  <a:schemeClr val="bg2"/>
                </a:solidFill>
                <a:effectLst/>
              </a:rPr>
              <a:t>magical_scroll.py</a:t>
            </a:r>
          </a:p>
          <a:p>
            <a:endParaRPr lang="en-US" b="0" dirty="0">
              <a:solidFill>
                <a:srgbClr val="795E26"/>
              </a:solidFill>
              <a:effectLst/>
              <a:latin typeface="Consolas" panose="020B0609020204030204" pitchFamily="49" charset="0"/>
            </a:endParaRPr>
          </a:p>
          <a:p>
            <a:endParaRPr lang="en-US" b="0" dirty="0">
              <a:solidFill>
                <a:srgbClr val="795E26"/>
              </a:solidFill>
              <a:effectLst/>
              <a:latin typeface="Consolas" panose="020B0609020204030204" pitchFamily="49" charset="0"/>
            </a:endParaRPr>
          </a:p>
          <a:p>
            <a:r>
              <a:rPr lang="en-US" sz="2400" b="0" dirty="0">
                <a:solidFill>
                  <a:srgbClr val="795E26"/>
                </a:solidFill>
                <a:effectLst/>
                <a:latin typeface="Consolas" panose="020B0609020204030204" pitchFamily="49" charset="0"/>
              </a:rPr>
              <a:t> print</a:t>
            </a:r>
            <a:r>
              <a:rPr lang="en-US" sz="2400" b="0" dirty="0">
                <a:solidFill>
                  <a:srgbClr val="000000"/>
                </a:solidFill>
                <a:effectLst/>
                <a:latin typeface="Consolas" panose="020B0609020204030204" pitchFamily="49" charset="0"/>
              </a:rPr>
              <a:t>(</a:t>
            </a:r>
            <a:r>
              <a:rPr lang="en-US" sz="2400" dirty="0">
                <a:solidFill>
                  <a:srgbClr val="A31515"/>
                </a:solidFill>
                <a:latin typeface="Consolas" panose="020B0609020204030204" pitchFamily="49" charset="0"/>
              </a:rPr>
              <a:t>'Hi'</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time.sleep</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5</a:t>
            </a:r>
            <a:r>
              <a:rPr lang="en-US" sz="2400" b="0" dirty="0">
                <a:solidFill>
                  <a:srgbClr val="000000"/>
                </a:solidFill>
                <a:effectLst/>
                <a:latin typeface="Consolas" panose="020B0609020204030204" pitchFamily="49" charset="0"/>
              </a:rPr>
              <a:t>)</a:t>
            </a:r>
          </a:p>
          <a:p>
            <a:r>
              <a:rPr lang="en-US" sz="2400" b="0" dirty="0">
                <a:solidFill>
                  <a:srgbClr val="795E26"/>
                </a:solidFill>
                <a:effectLst/>
                <a:latin typeface="Consolas" panose="020B0609020204030204" pitchFamily="49" charset="0"/>
              </a:rPr>
              <a:t> print</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4</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4</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turtle.right</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360</a:t>
            </a:r>
            <a:r>
              <a:rPr lang="en-US" sz="2400" b="0" dirty="0">
                <a:solidFill>
                  <a:srgbClr val="000000"/>
                </a:solidFill>
                <a:effectLst/>
                <a:latin typeface="Consolas" panose="020B0609020204030204" pitchFamily="49" charset="0"/>
              </a:rPr>
              <a:t>)</a:t>
            </a:r>
          </a:p>
          <a:p>
            <a:pPr algn="ctr"/>
            <a:endParaRPr lang="en-US" dirty="0"/>
          </a:p>
        </p:txBody>
      </p:sp>
      <p:sp>
        <p:nvSpPr>
          <p:cNvPr id="4" name="TextBox 3">
            <a:extLst>
              <a:ext uri="{FF2B5EF4-FFF2-40B4-BE49-F238E27FC236}">
                <a16:creationId xmlns:a16="http://schemas.microsoft.com/office/drawing/2014/main" id="{850FC0E5-935F-0928-82DE-83718EBA06D9}"/>
              </a:ext>
            </a:extLst>
          </p:cNvPr>
          <p:cNvSpPr txBox="1"/>
          <p:nvPr/>
        </p:nvSpPr>
        <p:spPr>
          <a:xfrm>
            <a:off x="3953264" y="4734779"/>
            <a:ext cx="7933936" cy="1569660"/>
          </a:xfrm>
          <a:prstGeom prst="rect">
            <a:avLst/>
          </a:prstGeom>
          <a:noFill/>
        </p:spPr>
        <p:txBody>
          <a:bodyPr wrap="square" rtlCol="0">
            <a:spAutoFit/>
          </a:bodyPr>
          <a:lstStyle/>
          <a:p>
            <a:r>
              <a:rPr lang="en-US" sz="2400" dirty="0">
                <a:solidFill>
                  <a:schemeClr val="tx2"/>
                </a:solidFill>
              </a:rPr>
              <a:t>Each line of code is a </a:t>
            </a:r>
            <a:r>
              <a:rPr lang="en-US" sz="2400" b="1" dirty="0"/>
              <a:t>statement</a:t>
            </a:r>
            <a:r>
              <a:rPr lang="en-US" sz="2400" dirty="0"/>
              <a:t> </a:t>
            </a:r>
            <a:r>
              <a:rPr lang="en-US" sz="2400" dirty="0">
                <a:solidFill>
                  <a:schemeClr val="tx2"/>
                </a:solidFill>
              </a:rPr>
              <a:t>or</a:t>
            </a:r>
            <a:r>
              <a:rPr lang="en-US" sz="2400" dirty="0"/>
              <a:t> </a:t>
            </a:r>
            <a:r>
              <a:rPr lang="en-US" sz="2400" b="1" dirty="0"/>
              <a:t>command</a:t>
            </a:r>
          </a:p>
          <a:p>
            <a:r>
              <a:rPr lang="en-US" sz="2400" dirty="0">
                <a:solidFill>
                  <a:schemeClr val="tx2"/>
                </a:solidFill>
              </a:rPr>
              <a:t>Each statement does something specific</a:t>
            </a:r>
          </a:p>
          <a:p>
            <a:r>
              <a:rPr lang="en-US" sz="2400" dirty="0">
                <a:solidFill>
                  <a:schemeClr val="tx2"/>
                </a:solidFill>
              </a:rPr>
              <a:t>Everything must be spelled correctly</a:t>
            </a:r>
          </a:p>
          <a:p>
            <a:r>
              <a:rPr lang="en-US" sz="2400" dirty="0"/>
              <a:t>Parentheses, quotation marks, periods </a:t>
            </a:r>
            <a:r>
              <a:rPr lang="en-US" sz="2400" dirty="0">
                <a:solidFill>
                  <a:schemeClr val="tx2"/>
                </a:solidFill>
              </a:rPr>
              <a:t>- all important</a:t>
            </a:r>
          </a:p>
        </p:txBody>
      </p:sp>
    </p:spTree>
    <p:extLst>
      <p:ext uri="{BB962C8B-B14F-4D97-AF65-F5344CB8AC3E}">
        <p14:creationId xmlns:p14="http://schemas.microsoft.com/office/powerpoint/2010/main" val="488559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fade">
                                      <p:cBhvr>
                                        <p:cTn id="2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5ED940D-4F78-01CF-752B-E9085274FFC7}"/>
              </a:ext>
            </a:extLst>
          </p:cNvPr>
          <p:cNvSpPr txBox="1"/>
          <p:nvPr/>
        </p:nvSpPr>
        <p:spPr>
          <a:xfrm>
            <a:off x="1308100" y="1562383"/>
            <a:ext cx="9575800" cy="4708981"/>
          </a:xfrm>
          <a:prstGeom prst="rect">
            <a:avLst/>
          </a:prstGeom>
          <a:noFill/>
        </p:spPr>
        <p:txBody>
          <a:bodyPr wrap="square">
            <a:spAutoFit/>
          </a:bodyPr>
          <a:lstStyle/>
          <a:p>
            <a:r>
              <a:rPr lang="en-US" sz="2000" dirty="0">
                <a:latin typeface="Consolas" panose="020B0609020204030204" pitchFamily="49" charset="0"/>
              </a:rPr>
              <a:t>                             ___-------___</a:t>
            </a:r>
          </a:p>
          <a:p>
            <a:r>
              <a:rPr lang="en-US" sz="2000" dirty="0">
                <a:latin typeface="Consolas" panose="020B0609020204030204" pitchFamily="49" charset="0"/>
              </a:rPr>
              <a:t>                         _-~~             ~~-_</a:t>
            </a:r>
          </a:p>
          <a:p>
            <a:r>
              <a:rPr lang="en-US" sz="2000" dirty="0">
                <a:latin typeface="Consolas" panose="020B0609020204030204" pitchFamily="49" charset="0"/>
              </a:rPr>
              <a:t>                      _-~                    /~-_</a:t>
            </a:r>
          </a:p>
          <a:p>
            <a:r>
              <a:rPr lang="en-US" sz="2000" dirty="0">
                <a:latin typeface="Consolas" panose="020B0609020204030204" pitchFamily="49" charset="0"/>
              </a:rPr>
              <a:t>   /^\__/^\         /~  \                   /    \</a:t>
            </a:r>
          </a:p>
          <a:p>
            <a:r>
              <a:rPr lang="en-US" sz="2000" dirty="0">
                <a:latin typeface="Consolas" panose="020B0609020204030204" pitchFamily="49" charset="0"/>
              </a:rPr>
              <a:t> /|  O|| O|        /      \_______________/        \</a:t>
            </a:r>
          </a:p>
          <a:p>
            <a:r>
              <a:rPr lang="en-US" sz="2000" dirty="0">
                <a:latin typeface="Consolas" panose="020B0609020204030204" pitchFamily="49" charset="0"/>
              </a:rPr>
              <a:t>| |___||__|      /       /                \          \</a:t>
            </a:r>
          </a:p>
          <a:p>
            <a:r>
              <a:rPr lang="en-US" sz="2000" dirty="0">
                <a:latin typeface="Consolas" panose="020B0609020204030204" pitchFamily="49" charset="0"/>
              </a:rPr>
              <a:t>|          \    /      /                    \          \</a:t>
            </a:r>
          </a:p>
          <a:p>
            <a:r>
              <a:rPr lang="en-US" sz="2000" dirty="0">
                <a:latin typeface="Consolas" panose="020B0609020204030204" pitchFamily="49" charset="0"/>
              </a:rPr>
              <a:t>|   (_______) /______/          </a:t>
            </a:r>
            <a:r>
              <a:rPr lang="en-US" sz="2000" b="1" dirty="0">
                <a:solidFill>
                  <a:schemeClr val="tx2"/>
                </a:solidFill>
                <a:latin typeface="Consolas" panose="020B0609020204030204" pitchFamily="49" charset="0"/>
              </a:rPr>
              <a:t>TURTLE</a:t>
            </a:r>
            <a:r>
              <a:rPr lang="en-US" sz="2000" dirty="0">
                <a:latin typeface="Consolas" panose="020B0609020204030204" pitchFamily="49" charset="0"/>
              </a:rPr>
              <a:t>       \_________ \</a:t>
            </a:r>
          </a:p>
          <a:p>
            <a:r>
              <a:rPr lang="en-US" sz="2000" dirty="0">
                <a:latin typeface="Consolas" panose="020B0609020204030204" pitchFamily="49" charset="0"/>
              </a:rPr>
              <a:t>|         / /         \      </a:t>
            </a:r>
            <a:r>
              <a:rPr lang="en-US" sz="2000" b="1" dirty="0">
                <a:solidFill>
                  <a:schemeClr val="tx2"/>
                </a:solidFill>
                <a:latin typeface="Consolas" panose="020B0609020204030204" pitchFamily="49" charset="0"/>
              </a:rPr>
              <a:t>GRAPHICS</a:t>
            </a:r>
            <a:r>
              <a:rPr lang="en-US" sz="2000" dirty="0">
                <a:latin typeface="Consolas" panose="020B0609020204030204" pitchFamily="49" charset="0"/>
              </a:rPr>
              <a:t>       /            \</a:t>
            </a:r>
          </a:p>
          <a:p>
            <a:r>
              <a:rPr lang="en-US" sz="2000" dirty="0">
                <a:latin typeface="Consolas" panose="020B0609020204030204" pitchFamily="49" charset="0"/>
              </a:rPr>
              <a:t> \         \^\\         \                  /               \     /</a:t>
            </a:r>
          </a:p>
          <a:p>
            <a:r>
              <a:rPr lang="en-US" sz="2000" dirty="0">
                <a:latin typeface="Consolas" panose="020B0609020204030204" pitchFamily="49" charset="0"/>
              </a:rPr>
              <a:t>   \         ||           \______________/      _-_       //\__//</a:t>
            </a:r>
          </a:p>
          <a:p>
            <a:r>
              <a:rPr lang="en-US" sz="2000" dirty="0">
                <a:latin typeface="Consolas" panose="020B0609020204030204" pitchFamily="49" charset="0"/>
              </a:rPr>
              <a:t>     \       ||------_-~~-_ ------------- \ --/~   ~\    || __/</a:t>
            </a:r>
          </a:p>
          <a:p>
            <a:r>
              <a:rPr lang="en-US" sz="2000" dirty="0">
                <a:latin typeface="Consolas" panose="020B0609020204030204" pitchFamily="49" charset="0"/>
              </a:rPr>
              <a:t>       ~-----||====/~     |==================|       |/~~~~~</a:t>
            </a:r>
          </a:p>
          <a:p>
            <a:r>
              <a:rPr lang="en-US" sz="2000" dirty="0">
                <a:latin typeface="Consolas" panose="020B0609020204030204" pitchFamily="49" charset="0"/>
              </a:rPr>
              <a:t>        (_(__/  ./     /                    \_\      \.</a:t>
            </a:r>
          </a:p>
          <a:p>
            <a:r>
              <a:rPr lang="en-US" sz="2000" dirty="0">
                <a:latin typeface="Consolas" panose="020B0609020204030204" pitchFamily="49" charset="0"/>
              </a:rPr>
              <a:t>               (_(___/                         \_____)_)</a:t>
            </a:r>
          </a:p>
        </p:txBody>
      </p:sp>
      <p:sp>
        <p:nvSpPr>
          <p:cNvPr id="10" name="TextBox 9">
            <a:extLst>
              <a:ext uri="{FF2B5EF4-FFF2-40B4-BE49-F238E27FC236}">
                <a16:creationId xmlns:a16="http://schemas.microsoft.com/office/drawing/2014/main" id="{B086B709-30F6-C14C-9937-9FD4EB15E81A}"/>
              </a:ext>
            </a:extLst>
          </p:cNvPr>
          <p:cNvSpPr txBox="1"/>
          <p:nvPr/>
        </p:nvSpPr>
        <p:spPr>
          <a:xfrm>
            <a:off x="-90312" y="-203980"/>
            <a:ext cx="888385" cy="707886"/>
          </a:xfrm>
          <a:prstGeom prst="rect">
            <a:avLst/>
          </a:prstGeom>
          <a:noFill/>
        </p:spPr>
        <p:txBody>
          <a:bodyPr wrap="none" rtlCol="0">
            <a:spAutoFit/>
          </a:bodyPr>
          <a:lstStyle/>
          <a:p>
            <a:r>
              <a:rPr lang="en-US" sz="4000" dirty="0"/>
              <a:t>🐢</a:t>
            </a:r>
          </a:p>
        </p:txBody>
      </p:sp>
    </p:spTree>
    <p:extLst>
      <p:ext uri="{BB962C8B-B14F-4D97-AF65-F5344CB8AC3E}">
        <p14:creationId xmlns:p14="http://schemas.microsoft.com/office/powerpoint/2010/main" val="25859599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F7DC2-7B33-6632-6B83-13F98375C77C}"/>
              </a:ext>
            </a:extLst>
          </p:cNvPr>
          <p:cNvSpPr>
            <a:spLocks noGrp="1"/>
          </p:cNvSpPr>
          <p:nvPr>
            <p:ph type="title"/>
          </p:nvPr>
        </p:nvSpPr>
        <p:spPr>
          <a:xfrm>
            <a:off x="838200" y="365125"/>
            <a:ext cx="10515600" cy="879475"/>
          </a:xfrm>
        </p:spPr>
        <p:txBody>
          <a:bodyPr/>
          <a:lstStyle/>
          <a:p>
            <a:pPr algn="ctr"/>
            <a:r>
              <a:rPr lang="en-US" dirty="0"/>
              <a:t>What are Turtle Graphics?</a:t>
            </a:r>
          </a:p>
        </p:txBody>
      </p:sp>
      <p:pic>
        <p:nvPicPr>
          <p:cNvPr id="2052" name="Picture 4" descr="The History of Turtle Bots – Logo! « Adafruit Industries – Makers, hackers,  artists, designers and engineers!">
            <a:extLst>
              <a:ext uri="{FF2B5EF4-FFF2-40B4-BE49-F238E27FC236}">
                <a16:creationId xmlns:a16="http://schemas.microsoft.com/office/drawing/2014/main" id="{BE5FC333-ABE4-B71A-9B3F-BD2E310794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975" y="1731522"/>
            <a:ext cx="4924425" cy="1697478"/>
          </a:xfrm>
          <a:prstGeom prst="rect">
            <a:avLst/>
          </a:prstGeom>
          <a:noFill/>
          <a:ln w="12700">
            <a:solidFill>
              <a:schemeClr val="tx2"/>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1DB783B-5458-F5DE-B5E5-73F40201CFE7}"/>
              </a:ext>
            </a:extLst>
          </p:cNvPr>
          <p:cNvSpPr txBox="1"/>
          <p:nvPr/>
        </p:nvSpPr>
        <p:spPr>
          <a:xfrm>
            <a:off x="3965794" y="1362190"/>
            <a:ext cx="1503938" cy="369332"/>
          </a:xfrm>
          <a:prstGeom prst="rect">
            <a:avLst/>
          </a:prstGeom>
          <a:noFill/>
        </p:spPr>
        <p:txBody>
          <a:bodyPr wrap="none" rtlCol="0">
            <a:spAutoFit/>
          </a:bodyPr>
          <a:lstStyle/>
          <a:p>
            <a:r>
              <a:rPr lang="en-US" dirty="0">
                <a:solidFill>
                  <a:schemeClr val="tx2"/>
                </a:solidFill>
              </a:rPr>
              <a:t>Logo (1969)</a:t>
            </a:r>
          </a:p>
        </p:txBody>
      </p:sp>
      <p:sp>
        <p:nvSpPr>
          <p:cNvPr id="5" name="TextBox 4">
            <a:extLst>
              <a:ext uri="{FF2B5EF4-FFF2-40B4-BE49-F238E27FC236}">
                <a16:creationId xmlns:a16="http://schemas.microsoft.com/office/drawing/2014/main" id="{1F40871A-238E-B6CA-5E27-57CDEDE522E9}"/>
              </a:ext>
            </a:extLst>
          </p:cNvPr>
          <p:cNvSpPr txBox="1"/>
          <p:nvPr/>
        </p:nvSpPr>
        <p:spPr>
          <a:xfrm>
            <a:off x="776532" y="6123543"/>
            <a:ext cx="926857" cy="369332"/>
          </a:xfrm>
          <a:prstGeom prst="rect">
            <a:avLst/>
          </a:prstGeom>
          <a:noFill/>
        </p:spPr>
        <p:txBody>
          <a:bodyPr wrap="none" rtlCol="0">
            <a:spAutoFit/>
          </a:bodyPr>
          <a:lstStyle/>
          <a:p>
            <a:r>
              <a:rPr lang="en-US" dirty="0">
                <a:solidFill>
                  <a:schemeClr val="tx2"/>
                </a:solidFill>
              </a:rPr>
              <a:t>Valiant</a:t>
            </a:r>
          </a:p>
        </p:txBody>
      </p:sp>
      <p:sp>
        <p:nvSpPr>
          <p:cNvPr id="6" name="TextBox 5">
            <a:extLst>
              <a:ext uri="{FF2B5EF4-FFF2-40B4-BE49-F238E27FC236}">
                <a16:creationId xmlns:a16="http://schemas.microsoft.com/office/drawing/2014/main" id="{CD3498BA-4066-E0EB-6907-E00B36249741}"/>
              </a:ext>
            </a:extLst>
          </p:cNvPr>
          <p:cNvSpPr txBox="1"/>
          <p:nvPr/>
        </p:nvSpPr>
        <p:spPr>
          <a:xfrm>
            <a:off x="6296660" y="1648936"/>
            <a:ext cx="1378904" cy="369332"/>
          </a:xfrm>
          <a:prstGeom prst="rect">
            <a:avLst/>
          </a:prstGeom>
          <a:noFill/>
        </p:spPr>
        <p:txBody>
          <a:bodyPr wrap="none" rtlCol="0">
            <a:spAutoFit/>
          </a:bodyPr>
          <a:lstStyle/>
          <a:p>
            <a:r>
              <a:rPr lang="en-US" dirty="0">
                <a:solidFill>
                  <a:schemeClr val="tx2"/>
                </a:solidFill>
              </a:rPr>
              <a:t>Julia/Luxor</a:t>
            </a:r>
          </a:p>
        </p:txBody>
      </p:sp>
      <p:pic>
        <p:nvPicPr>
          <p:cNvPr id="2050" name="Picture 2">
            <a:extLst>
              <a:ext uri="{FF2B5EF4-FFF2-40B4-BE49-F238E27FC236}">
                <a16:creationId xmlns:a16="http://schemas.microsoft.com/office/drawing/2014/main" id="{A945128E-5D20-84CA-F1E9-A7ADF3799D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064" y="2018268"/>
            <a:ext cx="2095500" cy="2095500"/>
          </a:xfrm>
          <a:prstGeom prst="rect">
            <a:avLst/>
          </a:prstGeom>
          <a:noFill/>
          <a:ln w="12700">
            <a:solidFill>
              <a:schemeClr val="tx2"/>
            </a:solidFill>
          </a:ln>
          <a:extLst>
            <a:ext uri="{909E8E84-426E-40DD-AFC4-6F175D3DCCD1}">
              <a14:hiddenFill xmlns:a14="http://schemas.microsoft.com/office/drawing/2010/main">
                <a:solidFill>
                  <a:srgbClr val="FFFFFF"/>
                </a:solidFill>
              </a14:hiddenFill>
            </a:ext>
          </a:extLst>
        </p:spPr>
      </p:pic>
      <p:pic>
        <p:nvPicPr>
          <p:cNvPr id="2054" name="Picture 6" descr="undefined">
            <a:extLst>
              <a:ext uri="{FF2B5EF4-FFF2-40B4-BE49-F238E27FC236}">
                <a16:creationId xmlns:a16="http://schemas.microsoft.com/office/drawing/2014/main" id="{415EE504-C351-9CEA-0AD7-1DF1A54E45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3389" y="2538452"/>
            <a:ext cx="5436806" cy="400843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The Beginner's Guide to Python Turtle – Real Python">
            <a:extLst>
              <a:ext uri="{FF2B5EF4-FFF2-40B4-BE49-F238E27FC236}">
                <a16:creationId xmlns:a16="http://schemas.microsoft.com/office/drawing/2014/main" id="{B7B97C7E-13AF-AF0F-D372-7437BABC39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60859" y="2263775"/>
            <a:ext cx="4572000" cy="44386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9970DFB-EB50-E72D-1AED-813BE261FBCC}"/>
              </a:ext>
            </a:extLst>
          </p:cNvPr>
          <p:cNvSpPr txBox="1"/>
          <p:nvPr/>
        </p:nvSpPr>
        <p:spPr>
          <a:xfrm>
            <a:off x="10533319" y="1894443"/>
            <a:ext cx="950901" cy="369332"/>
          </a:xfrm>
          <a:prstGeom prst="rect">
            <a:avLst/>
          </a:prstGeom>
          <a:noFill/>
        </p:spPr>
        <p:txBody>
          <a:bodyPr wrap="none" rtlCol="0">
            <a:spAutoFit/>
          </a:bodyPr>
          <a:lstStyle/>
          <a:p>
            <a:r>
              <a:rPr lang="en-US" dirty="0">
                <a:solidFill>
                  <a:schemeClr val="tx2"/>
                </a:solidFill>
              </a:rPr>
              <a:t>Python</a:t>
            </a:r>
          </a:p>
        </p:txBody>
      </p:sp>
      <p:sp>
        <p:nvSpPr>
          <p:cNvPr id="3" name="TextBox 2">
            <a:extLst>
              <a:ext uri="{FF2B5EF4-FFF2-40B4-BE49-F238E27FC236}">
                <a16:creationId xmlns:a16="http://schemas.microsoft.com/office/drawing/2014/main" id="{685EE957-B213-D6DD-977F-4474FC4F2A43}"/>
              </a:ext>
            </a:extLst>
          </p:cNvPr>
          <p:cNvSpPr txBox="1"/>
          <p:nvPr/>
        </p:nvSpPr>
        <p:spPr>
          <a:xfrm>
            <a:off x="-90312" y="-203980"/>
            <a:ext cx="888385" cy="707886"/>
          </a:xfrm>
          <a:prstGeom prst="rect">
            <a:avLst/>
          </a:prstGeom>
          <a:noFill/>
        </p:spPr>
        <p:txBody>
          <a:bodyPr wrap="none" rtlCol="0">
            <a:spAutoFit/>
          </a:bodyPr>
          <a:lstStyle/>
          <a:p>
            <a:r>
              <a:rPr lang="en-US" sz="4000" dirty="0"/>
              <a:t>🐢</a:t>
            </a:r>
          </a:p>
        </p:txBody>
      </p:sp>
    </p:spTree>
    <p:extLst>
      <p:ext uri="{BB962C8B-B14F-4D97-AF65-F5344CB8AC3E}">
        <p14:creationId xmlns:p14="http://schemas.microsoft.com/office/powerpoint/2010/main" val="15739108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fade">
                                      <p:cBhvr>
                                        <p:cTn id="7" dur="500"/>
                                        <p:tgtEl>
                                          <p:spTgt spid="205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2050"/>
                                        </p:tgtEl>
                                        <p:attrNameLst>
                                          <p:attrName>style.visibility</p:attrName>
                                        </p:attrNameLst>
                                      </p:cBhvr>
                                      <p:to>
                                        <p:strVal val="visible"/>
                                      </p:to>
                                    </p:set>
                                    <p:animEffect transition="in" filter="fade">
                                      <p:cBhvr>
                                        <p:cTn id="18" dur="500"/>
                                        <p:tgtEl>
                                          <p:spTgt spid="205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54"/>
                                        </p:tgtEl>
                                        <p:attrNameLst>
                                          <p:attrName>style.visibility</p:attrName>
                                        </p:attrNameLst>
                                      </p:cBhvr>
                                      <p:to>
                                        <p:strVal val="visible"/>
                                      </p:to>
                                    </p:set>
                                    <p:animEffect transition="in" filter="fade">
                                      <p:cBhvr>
                                        <p:cTn id="23" dur="500"/>
                                        <p:tgtEl>
                                          <p:spTgt spid="205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par>
                                <p:cTn id="32" presetID="10" presetClass="entr" presetSubtype="0" fill="hold" nodeType="withEffect">
                                  <p:stCondLst>
                                    <p:cond delay="0"/>
                                  </p:stCondLst>
                                  <p:childTnLst>
                                    <p:set>
                                      <p:cBhvr>
                                        <p:cTn id="33" dur="1" fill="hold">
                                          <p:stCondLst>
                                            <p:cond delay="0"/>
                                          </p:stCondLst>
                                        </p:cTn>
                                        <p:tgtEl>
                                          <p:spTgt spid="2056"/>
                                        </p:tgtEl>
                                        <p:attrNameLst>
                                          <p:attrName>style.visibility</p:attrName>
                                        </p:attrNameLst>
                                      </p:cBhvr>
                                      <p:to>
                                        <p:strVal val="visible"/>
                                      </p:to>
                                    </p:set>
                                    <p:animEffect transition="in" filter="fade">
                                      <p:cBhvr>
                                        <p:cTn id="34" dur="500"/>
                                        <p:tgtEl>
                                          <p:spTgt spid="2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0F5F8-EB09-512C-D612-480072CAF2C2}"/>
              </a:ext>
            </a:extLst>
          </p:cNvPr>
          <p:cNvSpPr>
            <a:spLocks noGrp="1"/>
          </p:cNvSpPr>
          <p:nvPr>
            <p:ph type="title"/>
          </p:nvPr>
        </p:nvSpPr>
        <p:spPr>
          <a:xfrm>
            <a:off x="838200" y="0"/>
            <a:ext cx="10515600" cy="1582851"/>
          </a:xfrm>
        </p:spPr>
        <p:txBody>
          <a:bodyPr/>
          <a:lstStyle/>
          <a:p>
            <a:pPr algn="ctr"/>
            <a:r>
              <a:rPr lang="en-US" dirty="0"/>
              <a:t>Turtles in Python</a:t>
            </a:r>
          </a:p>
        </p:txBody>
      </p:sp>
      <p:sp>
        <p:nvSpPr>
          <p:cNvPr id="4" name="Rectangle 3">
            <a:extLst>
              <a:ext uri="{FF2B5EF4-FFF2-40B4-BE49-F238E27FC236}">
                <a16:creationId xmlns:a16="http://schemas.microsoft.com/office/drawing/2014/main" id="{82425D59-ACE0-0A81-0563-8D376582C57F}"/>
              </a:ext>
            </a:extLst>
          </p:cNvPr>
          <p:cNvSpPr/>
          <p:nvPr/>
        </p:nvSpPr>
        <p:spPr>
          <a:xfrm>
            <a:off x="692150" y="1774440"/>
            <a:ext cx="10807700" cy="1928812"/>
          </a:xfrm>
          <a:prstGeom prst="rect">
            <a:avLst/>
          </a:prstGeom>
          <a:solidFill>
            <a:schemeClr val="bg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rgbClr val="EBBBFF"/>
                </a:solidFill>
                <a:latin typeface="Consolas" panose="020B0609020204030204" pitchFamily="49" charset="0"/>
              </a:rPr>
              <a:t>from</a:t>
            </a:r>
            <a:r>
              <a:rPr lang="en-US" sz="7200" dirty="0">
                <a:solidFill>
                  <a:srgbClr val="FFFFFF"/>
                </a:solidFill>
                <a:latin typeface="Consolas" panose="020B0609020204030204" pitchFamily="49" charset="0"/>
              </a:rPr>
              <a:t> </a:t>
            </a:r>
            <a:r>
              <a:rPr lang="en-US" sz="7200" dirty="0">
                <a:solidFill>
                  <a:srgbClr val="FFEEAD"/>
                </a:solidFill>
                <a:latin typeface="Consolas" panose="020B0609020204030204" pitchFamily="49" charset="0"/>
              </a:rPr>
              <a:t>turtle</a:t>
            </a:r>
            <a:r>
              <a:rPr lang="en-US" sz="7200" dirty="0">
                <a:solidFill>
                  <a:srgbClr val="FFFFFF"/>
                </a:solidFill>
                <a:latin typeface="Consolas" panose="020B0609020204030204" pitchFamily="49" charset="0"/>
              </a:rPr>
              <a:t> </a:t>
            </a:r>
            <a:r>
              <a:rPr lang="en-US" sz="7200" dirty="0">
                <a:solidFill>
                  <a:srgbClr val="EBBBFF"/>
                </a:solidFill>
                <a:latin typeface="Consolas" panose="020B0609020204030204" pitchFamily="49" charset="0"/>
              </a:rPr>
              <a:t>import</a:t>
            </a:r>
            <a:r>
              <a:rPr lang="en-US" sz="7200" dirty="0">
                <a:solidFill>
                  <a:srgbClr val="FFFFFF"/>
                </a:solidFill>
                <a:latin typeface="Consolas" panose="020B0609020204030204" pitchFamily="49" charset="0"/>
              </a:rPr>
              <a:t> </a:t>
            </a:r>
            <a:r>
              <a:rPr lang="en-US" sz="7200" dirty="0">
                <a:solidFill>
                  <a:srgbClr val="99FFFF"/>
                </a:solidFill>
                <a:latin typeface="Consolas" panose="020B0609020204030204" pitchFamily="49" charset="0"/>
              </a:rPr>
              <a:t>*</a:t>
            </a:r>
            <a:endParaRPr lang="en-US" sz="7200" dirty="0">
              <a:solidFill>
                <a:srgbClr val="FFFFFF"/>
              </a:solidFill>
              <a:latin typeface="Consolas" panose="020B0609020204030204" pitchFamily="49" charset="0"/>
            </a:endParaRPr>
          </a:p>
        </p:txBody>
      </p:sp>
      <p:sp>
        <p:nvSpPr>
          <p:cNvPr id="5" name="Rectangle 4">
            <a:extLst>
              <a:ext uri="{FF2B5EF4-FFF2-40B4-BE49-F238E27FC236}">
                <a16:creationId xmlns:a16="http://schemas.microsoft.com/office/drawing/2014/main" id="{07CE1E61-BEDE-EF4F-5EBC-5A5C7ED1217C}"/>
              </a:ext>
            </a:extLst>
          </p:cNvPr>
          <p:cNvSpPr/>
          <p:nvPr/>
        </p:nvSpPr>
        <p:spPr>
          <a:xfrm>
            <a:off x="1889760" y="4310743"/>
            <a:ext cx="8316686" cy="164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buFont typeface="Arial" panose="020B0604020202020204" pitchFamily="34" charset="0"/>
              <a:buChar char="•"/>
            </a:pPr>
            <a:r>
              <a:rPr lang="en-US" sz="2800" dirty="0"/>
              <a:t>pulls in all the code from the </a:t>
            </a:r>
            <a:r>
              <a:rPr lang="en-US" sz="2800" b="1" dirty="0">
                <a:latin typeface="Consolas" panose="020B0609020204030204" pitchFamily="49" charset="0"/>
              </a:rPr>
              <a:t>turtle</a:t>
            </a:r>
            <a:r>
              <a:rPr lang="en-US" sz="2800" dirty="0"/>
              <a:t> library</a:t>
            </a:r>
          </a:p>
          <a:p>
            <a:pPr marL="457200" indent="-457200">
              <a:buFont typeface="Arial" panose="020B0604020202020204" pitchFamily="34" charset="0"/>
              <a:buChar char="•"/>
            </a:pPr>
            <a:r>
              <a:rPr lang="en-US" sz="2800" dirty="0"/>
              <a:t>nothing else will work without this at the top</a:t>
            </a:r>
          </a:p>
        </p:txBody>
      </p:sp>
      <p:sp>
        <p:nvSpPr>
          <p:cNvPr id="6" name="TextBox 5">
            <a:extLst>
              <a:ext uri="{FF2B5EF4-FFF2-40B4-BE49-F238E27FC236}">
                <a16:creationId xmlns:a16="http://schemas.microsoft.com/office/drawing/2014/main" id="{2950F4D0-D186-6FB7-5806-5340FB76AF8A}"/>
              </a:ext>
            </a:extLst>
          </p:cNvPr>
          <p:cNvSpPr txBox="1"/>
          <p:nvPr/>
        </p:nvSpPr>
        <p:spPr>
          <a:xfrm>
            <a:off x="10042806" y="327890"/>
            <a:ext cx="1616148" cy="1446550"/>
          </a:xfrm>
          <a:prstGeom prst="rect">
            <a:avLst/>
          </a:prstGeom>
          <a:noFill/>
        </p:spPr>
        <p:txBody>
          <a:bodyPr wrap="none" rtlCol="0">
            <a:spAutoFit/>
          </a:bodyPr>
          <a:lstStyle/>
          <a:p>
            <a:r>
              <a:rPr lang="en-US" sz="8800" dirty="0"/>
              <a:t>📚</a:t>
            </a:r>
          </a:p>
        </p:txBody>
      </p:sp>
      <p:sp>
        <p:nvSpPr>
          <p:cNvPr id="3" name="TextBox 2">
            <a:extLst>
              <a:ext uri="{FF2B5EF4-FFF2-40B4-BE49-F238E27FC236}">
                <a16:creationId xmlns:a16="http://schemas.microsoft.com/office/drawing/2014/main" id="{076329D7-401B-8F14-B7C2-71C0FAF32C6F}"/>
              </a:ext>
            </a:extLst>
          </p:cNvPr>
          <p:cNvSpPr txBox="1"/>
          <p:nvPr/>
        </p:nvSpPr>
        <p:spPr>
          <a:xfrm>
            <a:off x="-90312" y="-203980"/>
            <a:ext cx="888385" cy="707886"/>
          </a:xfrm>
          <a:prstGeom prst="rect">
            <a:avLst/>
          </a:prstGeom>
          <a:noFill/>
        </p:spPr>
        <p:txBody>
          <a:bodyPr wrap="none" rtlCol="0">
            <a:spAutoFit/>
          </a:bodyPr>
          <a:lstStyle/>
          <a:p>
            <a:r>
              <a:rPr lang="en-US" sz="4000" dirty="0"/>
              <a:t>🐢</a:t>
            </a:r>
          </a:p>
        </p:txBody>
      </p:sp>
    </p:spTree>
    <p:extLst>
      <p:ext uri="{BB962C8B-B14F-4D97-AF65-F5344CB8AC3E}">
        <p14:creationId xmlns:p14="http://schemas.microsoft.com/office/powerpoint/2010/main" val="29587590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0F5F8-EB09-512C-D612-480072CAF2C2}"/>
              </a:ext>
            </a:extLst>
          </p:cNvPr>
          <p:cNvSpPr>
            <a:spLocks noGrp="1"/>
          </p:cNvSpPr>
          <p:nvPr>
            <p:ph type="title"/>
          </p:nvPr>
        </p:nvSpPr>
        <p:spPr/>
        <p:txBody>
          <a:bodyPr/>
          <a:lstStyle/>
          <a:p>
            <a:pPr algn="ctr"/>
            <a:r>
              <a:rPr lang="en-US" dirty="0"/>
              <a:t>Creating a New Turtle</a:t>
            </a:r>
          </a:p>
        </p:txBody>
      </p:sp>
      <p:sp>
        <p:nvSpPr>
          <p:cNvPr id="6" name="Rectangle 5">
            <a:extLst>
              <a:ext uri="{FF2B5EF4-FFF2-40B4-BE49-F238E27FC236}">
                <a16:creationId xmlns:a16="http://schemas.microsoft.com/office/drawing/2014/main" id="{5D2181C5-BC70-39E2-0EB6-EFAC23FC76A6}"/>
              </a:ext>
            </a:extLst>
          </p:cNvPr>
          <p:cNvSpPr/>
          <p:nvPr/>
        </p:nvSpPr>
        <p:spPr>
          <a:xfrm>
            <a:off x="692150" y="1690688"/>
            <a:ext cx="10807700" cy="1928812"/>
          </a:xfrm>
          <a:prstGeom prst="rect">
            <a:avLst/>
          </a:prstGeom>
          <a:solidFill>
            <a:schemeClr val="bg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0" b="0" dirty="0">
                <a:solidFill>
                  <a:srgbClr val="FF9DA4"/>
                </a:solidFill>
                <a:effectLst/>
                <a:latin typeface="Consolas" panose="020B0609020204030204" pitchFamily="49" charset="0"/>
              </a:rPr>
              <a:t>myrtle</a:t>
            </a:r>
            <a:r>
              <a:rPr lang="en-US" sz="8000" b="0" dirty="0">
                <a:solidFill>
                  <a:srgbClr val="FFFFFF"/>
                </a:solidFill>
                <a:effectLst/>
                <a:latin typeface="Consolas" panose="020B0609020204030204" pitchFamily="49" charset="0"/>
              </a:rPr>
              <a:t> </a:t>
            </a:r>
            <a:r>
              <a:rPr lang="en-US" sz="8000" b="0" dirty="0">
                <a:solidFill>
                  <a:srgbClr val="99FFFF"/>
                </a:solidFill>
                <a:effectLst/>
                <a:latin typeface="Consolas" panose="020B0609020204030204" pitchFamily="49" charset="0"/>
              </a:rPr>
              <a:t>=</a:t>
            </a:r>
            <a:r>
              <a:rPr lang="en-US" sz="8000" b="0" dirty="0">
                <a:solidFill>
                  <a:srgbClr val="FFFFFF"/>
                </a:solidFill>
                <a:effectLst/>
                <a:latin typeface="Consolas" panose="020B0609020204030204" pitchFamily="49" charset="0"/>
              </a:rPr>
              <a:t> </a:t>
            </a:r>
            <a:r>
              <a:rPr lang="en-US" sz="8000" b="0" dirty="0">
                <a:solidFill>
                  <a:srgbClr val="BBDAFF"/>
                </a:solidFill>
                <a:effectLst/>
                <a:latin typeface="Consolas" panose="020B0609020204030204" pitchFamily="49" charset="0"/>
              </a:rPr>
              <a:t>Turtle()</a:t>
            </a:r>
            <a:endParaRPr lang="en-US" sz="8000" b="0" dirty="0">
              <a:solidFill>
                <a:srgbClr val="FFFFFF"/>
              </a:solidFill>
              <a:effectLst/>
              <a:latin typeface="Consolas" panose="020B0609020204030204" pitchFamily="49" charset="0"/>
            </a:endParaRPr>
          </a:p>
        </p:txBody>
      </p:sp>
      <p:sp>
        <p:nvSpPr>
          <p:cNvPr id="7" name="Oval 6">
            <a:extLst>
              <a:ext uri="{FF2B5EF4-FFF2-40B4-BE49-F238E27FC236}">
                <a16:creationId xmlns:a16="http://schemas.microsoft.com/office/drawing/2014/main" id="{9596BA58-98C5-14BA-7AFB-B33F842A2DBD}"/>
              </a:ext>
            </a:extLst>
          </p:cNvPr>
          <p:cNvSpPr/>
          <p:nvPr/>
        </p:nvSpPr>
        <p:spPr>
          <a:xfrm>
            <a:off x="361950" y="4049712"/>
            <a:ext cx="3549650" cy="21986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Only letters (no spaces) in the turtle name</a:t>
            </a:r>
          </a:p>
        </p:txBody>
      </p:sp>
      <p:sp>
        <p:nvSpPr>
          <p:cNvPr id="8" name="Oval 7">
            <a:extLst>
              <a:ext uri="{FF2B5EF4-FFF2-40B4-BE49-F238E27FC236}">
                <a16:creationId xmlns:a16="http://schemas.microsoft.com/office/drawing/2014/main" id="{9A911B53-69AE-1316-63C3-C0F0DCA6EE3C}"/>
              </a:ext>
            </a:extLst>
          </p:cNvPr>
          <p:cNvSpPr/>
          <p:nvPr/>
        </p:nvSpPr>
        <p:spPr>
          <a:xfrm>
            <a:off x="3689350" y="4487861"/>
            <a:ext cx="2165350" cy="16906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Equals sign </a:t>
            </a:r>
            <a:r>
              <a:rPr lang="en-US" sz="2800" b="1" dirty="0">
                <a:latin typeface="Consolas" panose="020B0609020204030204" pitchFamily="49" charset="0"/>
              </a:rPr>
              <a:t>=</a:t>
            </a:r>
          </a:p>
        </p:txBody>
      </p:sp>
      <p:sp>
        <p:nvSpPr>
          <p:cNvPr id="9" name="Oval 8">
            <a:extLst>
              <a:ext uri="{FF2B5EF4-FFF2-40B4-BE49-F238E27FC236}">
                <a16:creationId xmlns:a16="http://schemas.microsoft.com/office/drawing/2014/main" id="{CD25762E-FF1D-C66D-16B1-48D730760B22}"/>
              </a:ext>
            </a:extLst>
          </p:cNvPr>
          <p:cNvSpPr/>
          <p:nvPr/>
        </p:nvSpPr>
        <p:spPr>
          <a:xfrm>
            <a:off x="5610227" y="3824286"/>
            <a:ext cx="2473323" cy="19288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Capital </a:t>
            </a:r>
            <a:r>
              <a:rPr lang="en-US" sz="2800" b="1" dirty="0"/>
              <a:t>T</a:t>
            </a:r>
            <a:r>
              <a:rPr lang="en-US" sz="2800" dirty="0"/>
              <a:t> in </a:t>
            </a:r>
            <a:r>
              <a:rPr lang="en-US" sz="2800" dirty="0">
                <a:latin typeface="Consolas" panose="020B0609020204030204" pitchFamily="49" charset="0"/>
              </a:rPr>
              <a:t>Turtle</a:t>
            </a:r>
          </a:p>
        </p:txBody>
      </p:sp>
      <p:sp>
        <p:nvSpPr>
          <p:cNvPr id="10" name="Oval 9">
            <a:extLst>
              <a:ext uri="{FF2B5EF4-FFF2-40B4-BE49-F238E27FC236}">
                <a16:creationId xmlns:a16="http://schemas.microsoft.com/office/drawing/2014/main" id="{7E6BA881-A4B9-A46F-1F71-268BA3A0297A}"/>
              </a:ext>
            </a:extLst>
          </p:cNvPr>
          <p:cNvSpPr/>
          <p:nvPr/>
        </p:nvSpPr>
        <p:spPr>
          <a:xfrm>
            <a:off x="7804151" y="4233860"/>
            <a:ext cx="3549649" cy="21986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Parentheses </a:t>
            </a:r>
            <a:r>
              <a:rPr lang="en-US" sz="2800" b="1" dirty="0">
                <a:latin typeface="Consolas" panose="020B0609020204030204" pitchFamily="49" charset="0"/>
              </a:rPr>
              <a:t>()</a:t>
            </a:r>
          </a:p>
        </p:txBody>
      </p:sp>
      <p:sp>
        <p:nvSpPr>
          <p:cNvPr id="3" name="TextBox 2">
            <a:extLst>
              <a:ext uri="{FF2B5EF4-FFF2-40B4-BE49-F238E27FC236}">
                <a16:creationId xmlns:a16="http://schemas.microsoft.com/office/drawing/2014/main" id="{E012AE68-EE19-FA3A-11EC-B5A52E0A40B4}"/>
              </a:ext>
            </a:extLst>
          </p:cNvPr>
          <p:cNvSpPr txBox="1"/>
          <p:nvPr/>
        </p:nvSpPr>
        <p:spPr>
          <a:xfrm>
            <a:off x="-90312" y="-203980"/>
            <a:ext cx="888385" cy="707886"/>
          </a:xfrm>
          <a:prstGeom prst="rect">
            <a:avLst/>
          </a:prstGeom>
          <a:noFill/>
        </p:spPr>
        <p:txBody>
          <a:bodyPr wrap="none" rtlCol="0">
            <a:spAutoFit/>
          </a:bodyPr>
          <a:lstStyle/>
          <a:p>
            <a:r>
              <a:rPr lang="en-US" sz="4000" dirty="0"/>
              <a:t>🐢</a:t>
            </a:r>
          </a:p>
        </p:txBody>
      </p:sp>
    </p:spTree>
    <p:extLst>
      <p:ext uri="{BB962C8B-B14F-4D97-AF65-F5344CB8AC3E}">
        <p14:creationId xmlns:p14="http://schemas.microsoft.com/office/powerpoint/2010/main" val="881638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0F5F8-EB09-512C-D612-480072CAF2C2}"/>
              </a:ext>
            </a:extLst>
          </p:cNvPr>
          <p:cNvSpPr>
            <a:spLocks noGrp="1"/>
          </p:cNvSpPr>
          <p:nvPr>
            <p:ph type="title"/>
          </p:nvPr>
        </p:nvSpPr>
        <p:spPr>
          <a:xfrm>
            <a:off x="4279900" y="18255"/>
            <a:ext cx="7912100" cy="1325563"/>
          </a:xfrm>
        </p:spPr>
        <p:txBody>
          <a:bodyPr/>
          <a:lstStyle/>
          <a:p>
            <a:pPr algn="ctr"/>
            <a:r>
              <a:rPr lang="en-US" dirty="0"/>
              <a:t>Controlling the Turtle</a:t>
            </a:r>
          </a:p>
        </p:txBody>
      </p:sp>
      <p:sp>
        <p:nvSpPr>
          <p:cNvPr id="3" name="Content Placeholder 2">
            <a:extLst>
              <a:ext uri="{FF2B5EF4-FFF2-40B4-BE49-F238E27FC236}">
                <a16:creationId xmlns:a16="http://schemas.microsoft.com/office/drawing/2014/main" id="{EC587471-8A88-162D-FD75-78FCEB47D0B7}"/>
              </a:ext>
            </a:extLst>
          </p:cNvPr>
          <p:cNvSpPr>
            <a:spLocks noGrp="1"/>
          </p:cNvSpPr>
          <p:nvPr>
            <p:ph idx="1"/>
          </p:nvPr>
        </p:nvSpPr>
        <p:spPr>
          <a:xfrm>
            <a:off x="4927600" y="1825625"/>
            <a:ext cx="6667500" cy="4351338"/>
          </a:xfrm>
        </p:spPr>
        <p:txBody>
          <a:bodyPr/>
          <a:lstStyle/>
          <a:p>
            <a:pPr marL="0" indent="0">
              <a:buNone/>
            </a:pPr>
            <a:r>
              <a:rPr lang="en-US" sz="5400" dirty="0"/>
              <a:t>Call turtle functions with </a:t>
            </a:r>
            <a:r>
              <a:rPr lang="en-US" sz="5400" b="1" dirty="0">
                <a:solidFill>
                  <a:schemeClr val="tx2"/>
                </a:solidFill>
              </a:rPr>
              <a:t>DOT </a:t>
            </a:r>
            <a:r>
              <a:rPr lang="en-US" sz="5400" b="1" dirty="0">
                <a:solidFill>
                  <a:schemeClr val="tx2"/>
                </a:solidFill>
                <a:latin typeface="Consolas" panose="020B0609020204030204" pitchFamily="49" charset="0"/>
              </a:rPr>
              <a:t>.</a:t>
            </a:r>
          </a:p>
          <a:p>
            <a:pPr marL="0" indent="0">
              <a:buNone/>
            </a:pPr>
            <a:endParaRPr lang="en-US" b="1" dirty="0">
              <a:solidFill>
                <a:schemeClr val="tx2"/>
              </a:solidFill>
              <a:latin typeface="Consolas" panose="020B0609020204030204" pitchFamily="49" charset="0"/>
            </a:endParaRPr>
          </a:p>
          <a:p>
            <a:pPr marL="0" indent="0">
              <a:buNone/>
            </a:pPr>
            <a:r>
              <a:rPr lang="en-US" dirty="0"/>
              <a:t>example (not real):</a:t>
            </a:r>
          </a:p>
        </p:txBody>
      </p:sp>
      <p:pic>
        <p:nvPicPr>
          <p:cNvPr id="3074" name="Picture 2" descr="Rc Turtle Ir Remote Control Tortoise Crawl Fake Electric Animal Toy Car  Vehicle For Kids Birthday Gi | Fruugo NO">
            <a:extLst>
              <a:ext uri="{FF2B5EF4-FFF2-40B4-BE49-F238E27FC236}">
                <a16:creationId xmlns:a16="http://schemas.microsoft.com/office/drawing/2014/main" id="{3C4A828E-6D50-7D1A-7D5F-AFCE885E26B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519" r="19074"/>
          <a:stretch/>
        </p:blipFill>
        <p:spPr bwMode="auto">
          <a:xfrm>
            <a:off x="0" y="0"/>
            <a:ext cx="42799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09C7895-30C3-77CF-4DEC-A02276A22056}"/>
              </a:ext>
            </a:extLst>
          </p:cNvPr>
          <p:cNvSpPr/>
          <p:nvPr/>
        </p:nvSpPr>
        <p:spPr>
          <a:xfrm>
            <a:off x="4902200" y="4483100"/>
            <a:ext cx="6667500" cy="1600200"/>
          </a:xfrm>
          <a:prstGeom prst="rect">
            <a:avLst/>
          </a:prstGeom>
          <a:solidFill>
            <a:schemeClr val="bg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err="1">
                <a:solidFill>
                  <a:srgbClr val="FF9DA4"/>
                </a:solidFill>
                <a:latin typeface="Consolas" panose="020B0609020204030204" pitchFamily="49" charset="0"/>
              </a:rPr>
              <a:t>myrtle</a:t>
            </a:r>
            <a:r>
              <a:rPr lang="en-US" sz="6000" b="1" dirty="0" err="1">
                <a:solidFill>
                  <a:srgbClr val="FFFFFF"/>
                </a:solidFill>
                <a:latin typeface="Consolas" panose="020B0609020204030204" pitchFamily="49" charset="0"/>
              </a:rPr>
              <a:t>.</a:t>
            </a:r>
            <a:r>
              <a:rPr lang="en-US" sz="6000" b="1" dirty="0" err="1">
                <a:solidFill>
                  <a:srgbClr val="BBDAFF"/>
                </a:solidFill>
                <a:latin typeface="Consolas" panose="020B0609020204030204" pitchFamily="49" charset="0"/>
              </a:rPr>
              <a:t>dance</a:t>
            </a:r>
            <a:r>
              <a:rPr lang="en-US" sz="6000" b="1" dirty="0">
                <a:solidFill>
                  <a:srgbClr val="BBDAFF"/>
                </a:solidFill>
                <a:latin typeface="Consolas" panose="020B0609020204030204" pitchFamily="49" charset="0"/>
              </a:rPr>
              <a:t>()</a:t>
            </a:r>
            <a:endParaRPr lang="en-US" sz="6000" b="1" dirty="0">
              <a:solidFill>
                <a:srgbClr val="FFFFFF"/>
              </a:solidFill>
              <a:latin typeface="Consolas" panose="020B0609020204030204" pitchFamily="49" charset="0"/>
            </a:endParaRPr>
          </a:p>
        </p:txBody>
      </p:sp>
      <p:sp>
        <p:nvSpPr>
          <p:cNvPr id="5" name="TextBox 4">
            <a:extLst>
              <a:ext uri="{FF2B5EF4-FFF2-40B4-BE49-F238E27FC236}">
                <a16:creationId xmlns:a16="http://schemas.microsoft.com/office/drawing/2014/main" id="{85D04A3F-70FD-AC35-41C1-002FE0E83609}"/>
              </a:ext>
            </a:extLst>
          </p:cNvPr>
          <p:cNvSpPr txBox="1"/>
          <p:nvPr/>
        </p:nvSpPr>
        <p:spPr>
          <a:xfrm>
            <a:off x="-90312" y="-203980"/>
            <a:ext cx="888385" cy="707886"/>
          </a:xfrm>
          <a:prstGeom prst="rect">
            <a:avLst/>
          </a:prstGeom>
          <a:noFill/>
        </p:spPr>
        <p:txBody>
          <a:bodyPr wrap="none" rtlCol="0">
            <a:spAutoFit/>
          </a:bodyPr>
          <a:lstStyle/>
          <a:p>
            <a:r>
              <a:rPr lang="en-US" sz="4000" dirty="0"/>
              <a:t>🐢</a:t>
            </a:r>
          </a:p>
        </p:txBody>
      </p:sp>
    </p:spTree>
    <p:extLst>
      <p:ext uri="{BB962C8B-B14F-4D97-AF65-F5344CB8AC3E}">
        <p14:creationId xmlns:p14="http://schemas.microsoft.com/office/powerpoint/2010/main" val="4909277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0F5F8-EB09-512C-D612-480072CAF2C2}"/>
              </a:ext>
            </a:extLst>
          </p:cNvPr>
          <p:cNvSpPr>
            <a:spLocks noGrp="1"/>
          </p:cNvSpPr>
          <p:nvPr>
            <p:ph type="title"/>
          </p:nvPr>
        </p:nvSpPr>
        <p:spPr/>
        <p:txBody>
          <a:bodyPr/>
          <a:lstStyle/>
          <a:p>
            <a:pPr algn="ctr"/>
            <a:r>
              <a:rPr lang="en-US" dirty="0"/>
              <a:t>Turtle Features</a:t>
            </a:r>
          </a:p>
        </p:txBody>
      </p:sp>
      <p:sp>
        <p:nvSpPr>
          <p:cNvPr id="3" name="Content Placeholder 2">
            <a:extLst>
              <a:ext uri="{FF2B5EF4-FFF2-40B4-BE49-F238E27FC236}">
                <a16:creationId xmlns:a16="http://schemas.microsoft.com/office/drawing/2014/main" id="{EC587471-8A88-162D-FD75-78FCEB47D0B7}"/>
              </a:ext>
            </a:extLst>
          </p:cNvPr>
          <p:cNvSpPr>
            <a:spLocks noGrp="1"/>
          </p:cNvSpPr>
          <p:nvPr>
            <p:ph idx="1"/>
          </p:nvPr>
        </p:nvSpPr>
        <p:spPr>
          <a:xfrm>
            <a:off x="838200" y="1717676"/>
            <a:ext cx="8331200" cy="4627563"/>
          </a:xfrm>
          <a:solidFill>
            <a:schemeClr val="bg2"/>
          </a:solidFill>
          <a:ln w="38100">
            <a:solidFill>
              <a:schemeClr val="tx1"/>
            </a:solidFill>
          </a:ln>
        </p:spPr>
        <p:txBody>
          <a:bodyPr anchor="ctr">
            <a:normAutofit/>
          </a:bodyPr>
          <a:lstStyle/>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shape</a:t>
            </a:r>
            <a:r>
              <a:rPr lang="en-US" sz="5400" b="0" dirty="0">
                <a:solidFill>
                  <a:srgbClr val="BBDAFF"/>
                </a:solidFill>
                <a:effectLst/>
                <a:latin typeface="Consolas" panose="020B0609020204030204" pitchFamily="49" charset="0"/>
              </a:rPr>
              <a:t>(</a:t>
            </a:r>
            <a:r>
              <a:rPr lang="en-US" sz="5400" b="0" dirty="0">
                <a:solidFill>
                  <a:srgbClr val="D1F1A9"/>
                </a:solidFill>
                <a:effectLst/>
                <a:latin typeface="Consolas" panose="020B0609020204030204" pitchFamily="49" charset="0"/>
              </a:rPr>
              <a:t>"arrow"</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color</a:t>
            </a:r>
            <a:r>
              <a:rPr lang="en-US" sz="5400" b="0" dirty="0">
                <a:solidFill>
                  <a:srgbClr val="BBDAFF"/>
                </a:solidFill>
                <a:effectLst/>
                <a:latin typeface="Consolas" panose="020B0609020204030204" pitchFamily="49" charset="0"/>
              </a:rPr>
              <a:t>(</a:t>
            </a:r>
            <a:r>
              <a:rPr lang="en-US" sz="5400" b="0" dirty="0">
                <a:solidFill>
                  <a:srgbClr val="D1F1A9"/>
                </a:solidFill>
                <a:effectLst/>
                <a:latin typeface="Consolas" panose="020B0609020204030204" pitchFamily="49" charset="0"/>
              </a:rPr>
              <a:t>"green"</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turtlesize</a:t>
            </a:r>
            <a:r>
              <a:rPr lang="en-US" sz="5400" b="0" dirty="0">
                <a:solidFill>
                  <a:srgbClr val="BBDAFF"/>
                </a:solidFill>
                <a:effectLst/>
                <a:latin typeface="Consolas" panose="020B0609020204030204" pitchFamily="49" charset="0"/>
              </a:rPr>
              <a:t>(</a:t>
            </a:r>
            <a:r>
              <a:rPr lang="en-US" sz="5400" b="0" dirty="0">
                <a:solidFill>
                  <a:srgbClr val="FFC58F"/>
                </a:solidFill>
                <a:effectLst/>
                <a:latin typeface="Consolas" panose="020B0609020204030204" pitchFamily="49" charset="0"/>
              </a:rPr>
              <a:t>1</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speed</a:t>
            </a:r>
            <a:r>
              <a:rPr lang="en-US" sz="5400" b="0" dirty="0">
                <a:solidFill>
                  <a:srgbClr val="BBDAFF"/>
                </a:solidFill>
                <a:effectLst/>
                <a:latin typeface="Consolas" panose="020B0609020204030204" pitchFamily="49" charset="0"/>
              </a:rPr>
              <a:t>(</a:t>
            </a:r>
            <a:r>
              <a:rPr lang="en-US" sz="5400" b="0" dirty="0">
                <a:solidFill>
                  <a:srgbClr val="FFC58F"/>
                </a:solidFill>
                <a:effectLst/>
                <a:latin typeface="Consolas" panose="020B0609020204030204" pitchFamily="49" charset="0"/>
              </a:rPr>
              <a:t>1</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pensize</a:t>
            </a:r>
            <a:r>
              <a:rPr lang="en-US" sz="5400" b="0" dirty="0">
                <a:solidFill>
                  <a:srgbClr val="BBDAFF"/>
                </a:solidFill>
                <a:effectLst/>
                <a:latin typeface="Consolas" panose="020B0609020204030204" pitchFamily="49" charset="0"/>
              </a:rPr>
              <a:t>(</a:t>
            </a:r>
            <a:r>
              <a:rPr lang="en-US" sz="5400" b="0" dirty="0">
                <a:solidFill>
                  <a:srgbClr val="FFC58F"/>
                </a:solidFill>
                <a:effectLst/>
                <a:latin typeface="Consolas" panose="020B0609020204030204" pitchFamily="49" charset="0"/>
              </a:rPr>
              <a:t>1</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p:txBody>
      </p:sp>
      <p:pic>
        <p:nvPicPr>
          <p:cNvPr id="5" name="Picture 4">
            <a:extLst>
              <a:ext uri="{FF2B5EF4-FFF2-40B4-BE49-F238E27FC236}">
                <a16:creationId xmlns:a16="http://schemas.microsoft.com/office/drawing/2014/main" id="{7B9E959C-83E1-17C1-3F46-EC3BD0C285F9}"/>
              </a:ext>
            </a:extLst>
          </p:cNvPr>
          <p:cNvPicPr>
            <a:picLocks noChangeAspect="1"/>
          </p:cNvPicPr>
          <p:nvPr/>
        </p:nvPicPr>
        <p:blipFill>
          <a:blip r:embed="rId2"/>
          <a:stretch>
            <a:fillRect/>
          </a:stretch>
        </p:blipFill>
        <p:spPr>
          <a:xfrm>
            <a:off x="9477156" y="1717675"/>
            <a:ext cx="2144798" cy="4627563"/>
          </a:xfrm>
          <a:prstGeom prst="rect">
            <a:avLst/>
          </a:prstGeom>
        </p:spPr>
      </p:pic>
      <p:sp>
        <p:nvSpPr>
          <p:cNvPr id="4" name="TextBox 3">
            <a:extLst>
              <a:ext uri="{FF2B5EF4-FFF2-40B4-BE49-F238E27FC236}">
                <a16:creationId xmlns:a16="http://schemas.microsoft.com/office/drawing/2014/main" id="{E461A6A5-79E7-6C0E-5DFD-A189203D6FFE}"/>
              </a:ext>
            </a:extLst>
          </p:cNvPr>
          <p:cNvSpPr txBox="1"/>
          <p:nvPr/>
        </p:nvSpPr>
        <p:spPr>
          <a:xfrm>
            <a:off x="-90312" y="-203980"/>
            <a:ext cx="888385" cy="707886"/>
          </a:xfrm>
          <a:prstGeom prst="rect">
            <a:avLst/>
          </a:prstGeom>
          <a:noFill/>
        </p:spPr>
        <p:txBody>
          <a:bodyPr wrap="none" rtlCol="0">
            <a:spAutoFit/>
          </a:bodyPr>
          <a:lstStyle/>
          <a:p>
            <a:r>
              <a:rPr lang="en-US" sz="4000" dirty="0"/>
              <a:t>🐢</a:t>
            </a:r>
          </a:p>
        </p:txBody>
      </p:sp>
    </p:spTree>
    <p:extLst>
      <p:ext uri="{BB962C8B-B14F-4D97-AF65-F5344CB8AC3E}">
        <p14:creationId xmlns:p14="http://schemas.microsoft.com/office/powerpoint/2010/main" val="39140458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0F5F8-EB09-512C-D612-480072CAF2C2}"/>
              </a:ext>
            </a:extLst>
          </p:cNvPr>
          <p:cNvSpPr>
            <a:spLocks noGrp="1"/>
          </p:cNvSpPr>
          <p:nvPr>
            <p:ph type="title"/>
          </p:nvPr>
        </p:nvSpPr>
        <p:spPr/>
        <p:txBody>
          <a:bodyPr/>
          <a:lstStyle/>
          <a:p>
            <a:pPr algn="ctr"/>
            <a:r>
              <a:rPr lang="en-US" dirty="0"/>
              <a:t>Turtle Abilities</a:t>
            </a:r>
          </a:p>
        </p:txBody>
      </p:sp>
      <p:sp>
        <p:nvSpPr>
          <p:cNvPr id="4" name="Content Placeholder 2">
            <a:extLst>
              <a:ext uri="{FF2B5EF4-FFF2-40B4-BE49-F238E27FC236}">
                <a16:creationId xmlns:a16="http://schemas.microsoft.com/office/drawing/2014/main" id="{6D56E883-8E80-E657-DA1B-159AC27F5F0D}"/>
              </a:ext>
            </a:extLst>
          </p:cNvPr>
          <p:cNvSpPr>
            <a:spLocks noGrp="1"/>
          </p:cNvSpPr>
          <p:nvPr>
            <p:ph idx="1"/>
          </p:nvPr>
        </p:nvSpPr>
        <p:spPr>
          <a:xfrm>
            <a:off x="2324100" y="2122988"/>
            <a:ext cx="7543800" cy="3438524"/>
          </a:xfrm>
          <a:solidFill>
            <a:schemeClr val="bg2"/>
          </a:solidFill>
          <a:ln w="38100">
            <a:solidFill>
              <a:schemeClr val="tx1"/>
            </a:solidFill>
          </a:ln>
        </p:spPr>
        <p:txBody>
          <a:bodyPr anchor="ctr">
            <a:normAutofit/>
          </a:bodyPr>
          <a:lstStyle/>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forward</a:t>
            </a:r>
            <a:r>
              <a:rPr lang="en-US" sz="5400" b="0" dirty="0">
                <a:solidFill>
                  <a:srgbClr val="BBDAFF"/>
                </a:solidFill>
                <a:effectLst/>
                <a:latin typeface="Consolas" panose="020B0609020204030204" pitchFamily="49" charset="0"/>
              </a:rPr>
              <a:t>(</a:t>
            </a:r>
            <a:r>
              <a:rPr lang="en-US" sz="5400" dirty="0">
                <a:solidFill>
                  <a:srgbClr val="FFC58F"/>
                </a:solidFill>
                <a:latin typeface="Consolas" panose="020B0609020204030204" pitchFamily="49" charset="0"/>
              </a:rPr>
              <a:t>100</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right</a:t>
            </a:r>
            <a:r>
              <a:rPr lang="en-US" sz="5400" b="0" dirty="0">
                <a:solidFill>
                  <a:srgbClr val="BBDAFF"/>
                </a:solidFill>
                <a:effectLst/>
                <a:latin typeface="Consolas" panose="020B0609020204030204" pitchFamily="49" charset="0"/>
              </a:rPr>
              <a:t>(</a:t>
            </a:r>
            <a:r>
              <a:rPr lang="en-US" sz="5400" dirty="0">
                <a:solidFill>
                  <a:srgbClr val="FFC58F"/>
                </a:solidFill>
                <a:latin typeface="Consolas" panose="020B0609020204030204" pitchFamily="49" charset="0"/>
              </a:rPr>
              <a:t>180</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write</a:t>
            </a:r>
            <a:r>
              <a:rPr lang="en-US" sz="5400" b="0" dirty="0">
                <a:solidFill>
                  <a:srgbClr val="BBDAFF"/>
                </a:solidFill>
                <a:effectLst/>
                <a:latin typeface="Consolas" panose="020B0609020204030204" pitchFamily="49" charset="0"/>
              </a:rPr>
              <a:t>(</a:t>
            </a:r>
            <a:r>
              <a:rPr lang="en-US" sz="5400" dirty="0">
                <a:solidFill>
                  <a:srgbClr val="D1F1A9"/>
                </a:solidFill>
                <a:latin typeface="Consolas" panose="020B0609020204030204" pitchFamily="49" charset="0"/>
              </a:rPr>
              <a:t>"hi"</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p:txBody>
      </p:sp>
      <p:sp>
        <p:nvSpPr>
          <p:cNvPr id="3" name="TextBox 2">
            <a:extLst>
              <a:ext uri="{FF2B5EF4-FFF2-40B4-BE49-F238E27FC236}">
                <a16:creationId xmlns:a16="http://schemas.microsoft.com/office/drawing/2014/main" id="{8B6DAE90-7103-3076-3F0A-EEC0116B7BCD}"/>
              </a:ext>
            </a:extLst>
          </p:cNvPr>
          <p:cNvSpPr txBox="1"/>
          <p:nvPr/>
        </p:nvSpPr>
        <p:spPr>
          <a:xfrm>
            <a:off x="-90312" y="-203980"/>
            <a:ext cx="888385" cy="707886"/>
          </a:xfrm>
          <a:prstGeom prst="rect">
            <a:avLst/>
          </a:prstGeom>
          <a:noFill/>
        </p:spPr>
        <p:txBody>
          <a:bodyPr wrap="none" rtlCol="0">
            <a:spAutoFit/>
          </a:bodyPr>
          <a:lstStyle/>
          <a:p>
            <a:r>
              <a:rPr lang="en-US" sz="4000" dirty="0"/>
              <a:t>🐢</a:t>
            </a:r>
          </a:p>
        </p:txBody>
      </p:sp>
    </p:spTree>
    <p:extLst>
      <p:ext uri="{BB962C8B-B14F-4D97-AF65-F5344CB8AC3E}">
        <p14:creationId xmlns:p14="http://schemas.microsoft.com/office/powerpoint/2010/main" val="30150759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500"/>
                                        <p:tgtEl>
                                          <p:spTgt spid="4">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0F5F8-EB09-512C-D612-480072CAF2C2}"/>
              </a:ext>
            </a:extLst>
          </p:cNvPr>
          <p:cNvSpPr>
            <a:spLocks noGrp="1"/>
          </p:cNvSpPr>
          <p:nvPr>
            <p:ph type="title"/>
          </p:nvPr>
        </p:nvSpPr>
        <p:spPr/>
        <p:txBody>
          <a:bodyPr/>
          <a:lstStyle/>
          <a:p>
            <a:pPr algn="ctr"/>
            <a:r>
              <a:rPr lang="en-US" dirty="0"/>
              <a:t>Turtle Abilities</a:t>
            </a:r>
          </a:p>
        </p:txBody>
      </p:sp>
      <p:sp>
        <p:nvSpPr>
          <p:cNvPr id="4" name="Content Placeholder 2">
            <a:extLst>
              <a:ext uri="{FF2B5EF4-FFF2-40B4-BE49-F238E27FC236}">
                <a16:creationId xmlns:a16="http://schemas.microsoft.com/office/drawing/2014/main" id="{6D56E883-8E80-E657-DA1B-159AC27F5F0D}"/>
              </a:ext>
            </a:extLst>
          </p:cNvPr>
          <p:cNvSpPr>
            <a:spLocks noGrp="1"/>
          </p:cNvSpPr>
          <p:nvPr>
            <p:ph idx="1"/>
          </p:nvPr>
        </p:nvSpPr>
        <p:spPr>
          <a:xfrm>
            <a:off x="2324100" y="2122988"/>
            <a:ext cx="7543800" cy="3438524"/>
          </a:xfrm>
          <a:solidFill>
            <a:schemeClr val="bg2"/>
          </a:solidFill>
          <a:ln w="38100">
            <a:solidFill>
              <a:schemeClr val="tx1"/>
            </a:solidFill>
          </a:ln>
        </p:spPr>
        <p:txBody>
          <a:bodyPr anchor="ctr">
            <a:normAutofit/>
          </a:bodyPr>
          <a:lstStyle/>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forward</a:t>
            </a:r>
            <a:r>
              <a:rPr lang="en-US" sz="5400" b="0" dirty="0">
                <a:solidFill>
                  <a:srgbClr val="BBDAFF"/>
                </a:solidFill>
                <a:effectLst/>
                <a:latin typeface="Consolas" panose="020B0609020204030204" pitchFamily="49" charset="0"/>
              </a:rPr>
              <a:t>(</a:t>
            </a:r>
            <a:r>
              <a:rPr lang="en-US" sz="5400" dirty="0">
                <a:solidFill>
                  <a:srgbClr val="FFC58F"/>
                </a:solidFill>
                <a:latin typeface="Consolas" panose="020B0609020204030204" pitchFamily="49" charset="0"/>
              </a:rPr>
              <a:t>100</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right</a:t>
            </a:r>
            <a:r>
              <a:rPr lang="en-US" sz="5400" b="0" dirty="0">
                <a:solidFill>
                  <a:srgbClr val="BBDAFF"/>
                </a:solidFill>
                <a:effectLst/>
                <a:latin typeface="Consolas" panose="020B0609020204030204" pitchFamily="49" charset="0"/>
              </a:rPr>
              <a:t>(</a:t>
            </a:r>
            <a:r>
              <a:rPr lang="en-US" sz="5400" dirty="0">
                <a:solidFill>
                  <a:srgbClr val="FFC58F"/>
                </a:solidFill>
                <a:latin typeface="Consolas" panose="020B0609020204030204" pitchFamily="49" charset="0"/>
              </a:rPr>
              <a:t>180</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a:p>
            <a:pPr marL="0" indent="0">
              <a:buNone/>
            </a:pPr>
            <a:r>
              <a:rPr lang="en-US" sz="5400" b="0" dirty="0" err="1">
                <a:solidFill>
                  <a:srgbClr val="FF9DA4"/>
                </a:solidFill>
                <a:effectLst/>
                <a:latin typeface="Consolas" panose="020B0609020204030204" pitchFamily="49" charset="0"/>
              </a:rPr>
              <a:t>myrtle</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write</a:t>
            </a:r>
            <a:r>
              <a:rPr lang="en-US" sz="5400" b="0" dirty="0">
                <a:solidFill>
                  <a:srgbClr val="BBDAFF"/>
                </a:solidFill>
                <a:effectLst/>
                <a:latin typeface="Consolas" panose="020B0609020204030204" pitchFamily="49" charset="0"/>
              </a:rPr>
              <a:t>(</a:t>
            </a:r>
            <a:r>
              <a:rPr lang="en-US" sz="5400" dirty="0">
                <a:solidFill>
                  <a:srgbClr val="D1F1A9"/>
                </a:solidFill>
                <a:latin typeface="Consolas" panose="020B0609020204030204" pitchFamily="49" charset="0"/>
              </a:rPr>
              <a:t>"hi"</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p:txBody>
      </p:sp>
      <p:pic>
        <p:nvPicPr>
          <p:cNvPr id="5" name="Picture 4" descr="A screen shot of a computer&#10;&#10;Description automatically generated">
            <a:extLst>
              <a:ext uri="{FF2B5EF4-FFF2-40B4-BE49-F238E27FC236}">
                <a16:creationId xmlns:a16="http://schemas.microsoft.com/office/drawing/2014/main" id="{9A609673-3735-2B8E-A08F-1AFBA009DCD9}"/>
              </a:ext>
            </a:extLst>
          </p:cNvPr>
          <p:cNvPicPr>
            <a:picLocks noChangeAspect="1"/>
          </p:cNvPicPr>
          <p:nvPr/>
        </p:nvPicPr>
        <p:blipFill rotWithShape="1">
          <a:blip r:embed="rId2">
            <a:clrChange>
              <a:clrFrom>
                <a:srgbClr val="FEFEFC"/>
              </a:clrFrom>
              <a:clrTo>
                <a:srgbClr val="FEFEFC">
                  <a:alpha val="0"/>
                </a:srgbClr>
              </a:clrTo>
            </a:clrChange>
            <a:extLst>
              <a:ext uri="{28A0092B-C50C-407E-A947-70E740481C1C}">
                <a14:useLocalDpi xmlns:a14="http://schemas.microsoft.com/office/drawing/2010/main" val="0"/>
              </a:ext>
            </a:extLst>
          </a:blip>
          <a:srcRect l="2616" t="5324" r="1468" b="908"/>
          <a:stretch/>
        </p:blipFill>
        <p:spPr>
          <a:xfrm>
            <a:off x="1534515" y="-533400"/>
            <a:ext cx="9122969" cy="8058150"/>
          </a:xfrm>
          <a:prstGeom prst="rect">
            <a:avLst/>
          </a:prstGeom>
        </p:spPr>
      </p:pic>
      <p:sp>
        <p:nvSpPr>
          <p:cNvPr id="3" name="Title 1">
            <a:extLst>
              <a:ext uri="{FF2B5EF4-FFF2-40B4-BE49-F238E27FC236}">
                <a16:creationId xmlns:a16="http://schemas.microsoft.com/office/drawing/2014/main" id="{6444DE38-BA39-DEC8-BD8D-EDD534775921}"/>
              </a:ext>
            </a:extLst>
          </p:cNvPr>
          <p:cNvSpPr txBox="1">
            <a:spLocks/>
          </p:cNvSpPr>
          <p:nvPr/>
        </p:nvSpPr>
        <p:spPr>
          <a:xfrm>
            <a:off x="0" y="0"/>
            <a:ext cx="12192000" cy="6858000"/>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000" dirty="0"/>
              <a:t>Questions?</a:t>
            </a:r>
          </a:p>
        </p:txBody>
      </p:sp>
    </p:spTree>
    <p:extLst>
      <p:ext uri="{BB962C8B-B14F-4D97-AF65-F5344CB8AC3E}">
        <p14:creationId xmlns:p14="http://schemas.microsoft.com/office/powerpoint/2010/main" val="1205803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DFDB-D43A-AC25-6FD9-6C5AE28E8F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93B64B-F242-0520-CD5C-D77113041E90}"/>
              </a:ext>
            </a:extLst>
          </p:cNvPr>
          <p:cNvSpPr>
            <a:spLocks noGrp="1"/>
          </p:cNvSpPr>
          <p:nvPr>
            <p:ph type="ctrTitle"/>
          </p:nvPr>
        </p:nvSpPr>
        <p:spPr>
          <a:xfrm>
            <a:off x="0" y="0"/>
            <a:ext cx="12192000" cy="6858000"/>
          </a:xfrm>
          <a:solidFill>
            <a:schemeClr val="bg1"/>
          </a:solidFill>
        </p:spPr>
        <p:txBody>
          <a:bodyPr anchor="ctr"/>
          <a:lstStyle/>
          <a:p>
            <a:r>
              <a:rPr lang="en-US" dirty="0"/>
              <a:t>Mini Quiz #1</a:t>
            </a:r>
          </a:p>
        </p:txBody>
      </p:sp>
      <p:sp>
        <p:nvSpPr>
          <p:cNvPr id="3" name="Content Placeholder 2">
            <a:extLst>
              <a:ext uri="{FF2B5EF4-FFF2-40B4-BE49-F238E27FC236}">
                <a16:creationId xmlns:a16="http://schemas.microsoft.com/office/drawing/2014/main" id="{AD9B9A57-C720-F921-2007-D4625345477F}"/>
              </a:ext>
            </a:extLst>
          </p:cNvPr>
          <p:cNvSpPr txBox="1">
            <a:spLocks/>
          </p:cNvSpPr>
          <p:nvPr/>
        </p:nvSpPr>
        <p:spPr>
          <a:xfrm>
            <a:off x="124178" y="4268081"/>
            <a:ext cx="11943644" cy="2020712"/>
          </a:xfrm>
          <a:prstGeom prst="rect">
            <a:avLst/>
          </a:prstGeom>
          <a:solidFill>
            <a:schemeClr val="bg2"/>
          </a:solidFill>
          <a:ln w="38100">
            <a:solidFill>
              <a:schemeClr val="tx1"/>
            </a:solidFill>
          </a:ln>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8000">
                <a:solidFill>
                  <a:srgbClr val="FF9DA4"/>
                </a:solidFill>
                <a:latin typeface="Consolas" panose="020B0609020204030204" pitchFamily="49" charset="0"/>
              </a:rPr>
              <a:t>crush</a:t>
            </a:r>
            <a:r>
              <a:rPr lang="en-US" sz="8000">
                <a:solidFill>
                  <a:srgbClr val="FFFFFF"/>
                </a:solidFill>
                <a:latin typeface="Consolas" panose="020B0609020204030204" pitchFamily="49" charset="0"/>
              </a:rPr>
              <a:t>.</a:t>
            </a:r>
            <a:r>
              <a:rPr lang="en-US" sz="8000">
                <a:solidFill>
                  <a:srgbClr val="BBDAFF"/>
                </a:solidFill>
                <a:latin typeface="Consolas" panose="020B0609020204030204" pitchFamily="49" charset="0"/>
              </a:rPr>
              <a:t>write(</a:t>
            </a:r>
            <a:r>
              <a:rPr lang="en-US" sz="8000">
                <a:solidFill>
                  <a:srgbClr val="D1F1A9"/>
                </a:solidFill>
                <a:latin typeface="Consolas" panose="020B0609020204030204" pitchFamily="49" charset="0"/>
              </a:rPr>
              <a:t>"ahoy"</a:t>
            </a:r>
            <a:r>
              <a:rPr lang="en-US" sz="8000">
                <a:solidFill>
                  <a:srgbClr val="BBDAFF"/>
                </a:solidFill>
                <a:latin typeface="Consolas" panose="020B0609020204030204" pitchFamily="49" charset="0"/>
              </a:rPr>
              <a:t>)</a:t>
            </a:r>
            <a:endParaRPr lang="en-US" sz="8000" dirty="0">
              <a:solidFill>
                <a:srgbClr val="FFFFFF"/>
              </a:solidFill>
              <a:latin typeface="Consolas" panose="020B0609020204030204" pitchFamily="49" charset="0"/>
            </a:endParaRPr>
          </a:p>
        </p:txBody>
      </p:sp>
    </p:spTree>
    <p:extLst>
      <p:ext uri="{BB962C8B-B14F-4D97-AF65-F5344CB8AC3E}">
        <p14:creationId xmlns:p14="http://schemas.microsoft.com/office/powerpoint/2010/main" val="1831985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66DAA-5219-E80D-71DB-8B4C839CBD5B}"/>
              </a:ext>
            </a:extLst>
          </p:cNvPr>
          <p:cNvSpPr>
            <a:spLocks noGrp="1"/>
          </p:cNvSpPr>
          <p:nvPr>
            <p:ph type="title"/>
          </p:nvPr>
        </p:nvSpPr>
        <p:spPr>
          <a:xfrm>
            <a:off x="454378" y="3198636"/>
            <a:ext cx="10515600" cy="1325563"/>
          </a:xfrm>
        </p:spPr>
        <p:txBody>
          <a:bodyPr/>
          <a:lstStyle/>
          <a:p>
            <a:r>
              <a:rPr lang="en-US" dirty="0"/>
              <a:t>Q: What is this turtle’s name?</a:t>
            </a:r>
          </a:p>
        </p:txBody>
      </p:sp>
      <p:sp>
        <p:nvSpPr>
          <p:cNvPr id="7" name="TextBox 6">
            <a:extLst>
              <a:ext uri="{FF2B5EF4-FFF2-40B4-BE49-F238E27FC236}">
                <a16:creationId xmlns:a16="http://schemas.microsoft.com/office/drawing/2014/main" id="{F31F2076-A4B2-68BA-8BB9-82ED2C7579CA}"/>
              </a:ext>
            </a:extLst>
          </p:cNvPr>
          <p:cNvSpPr txBox="1"/>
          <p:nvPr/>
        </p:nvSpPr>
        <p:spPr>
          <a:xfrm>
            <a:off x="7191022" y="4524199"/>
            <a:ext cx="4120444" cy="1569660"/>
          </a:xfrm>
          <a:prstGeom prst="rect">
            <a:avLst/>
          </a:prstGeom>
          <a:noFill/>
        </p:spPr>
        <p:txBody>
          <a:bodyPr wrap="square">
            <a:spAutoFit/>
          </a:bodyPr>
          <a:lstStyle/>
          <a:p>
            <a:r>
              <a:rPr lang="en-US" sz="9600" b="0" dirty="0">
                <a:solidFill>
                  <a:srgbClr val="FF9DA4"/>
                </a:solidFill>
                <a:effectLst/>
                <a:latin typeface="Consolas" panose="020B0609020204030204" pitchFamily="49" charset="0"/>
              </a:rPr>
              <a:t>crush</a:t>
            </a:r>
            <a:endParaRPr lang="en-US" sz="9600" dirty="0"/>
          </a:p>
        </p:txBody>
      </p:sp>
      <p:sp>
        <p:nvSpPr>
          <p:cNvPr id="10" name="Content Placeholder 2">
            <a:extLst>
              <a:ext uri="{FF2B5EF4-FFF2-40B4-BE49-F238E27FC236}">
                <a16:creationId xmlns:a16="http://schemas.microsoft.com/office/drawing/2014/main" id="{0FAF52B9-572A-2A38-6543-E4FAD60066D4}"/>
              </a:ext>
            </a:extLst>
          </p:cNvPr>
          <p:cNvSpPr txBox="1">
            <a:spLocks/>
          </p:cNvSpPr>
          <p:nvPr/>
        </p:nvSpPr>
        <p:spPr>
          <a:xfrm>
            <a:off x="124178" y="418570"/>
            <a:ext cx="11943644" cy="2020712"/>
          </a:xfrm>
          <a:prstGeom prst="rect">
            <a:avLst/>
          </a:prstGeom>
          <a:solidFill>
            <a:schemeClr val="bg2"/>
          </a:solidFill>
          <a:ln w="38100">
            <a:solidFill>
              <a:schemeClr val="tx1"/>
            </a:solidFill>
          </a:ln>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8000">
                <a:solidFill>
                  <a:srgbClr val="FF9DA4"/>
                </a:solidFill>
                <a:latin typeface="Consolas" panose="020B0609020204030204" pitchFamily="49" charset="0"/>
              </a:rPr>
              <a:t>crush</a:t>
            </a:r>
            <a:r>
              <a:rPr lang="en-US" sz="8000">
                <a:solidFill>
                  <a:srgbClr val="FFFFFF"/>
                </a:solidFill>
                <a:latin typeface="Consolas" panose="020B0609020204030204" pitchFamily="49" charset="0"/>
              </a:rPr>
              <a:t>.</a:t>
            </a:r>
            <a:r>
              <a:rPr lang="en-US" sz="8000">
                <a:solidFill>
                  <a:srgbClr val="BBDAFF"/>
                </a:solidFill>
                <a:latin typeface="Consolas" panose="020B0609020204030204" pitchFamily="49" charset="0"/>
              </a:rPr>
              <a:t>write(</a:t>
            </a:r>
            <a:r>
              <a:rPr lang="en-US" sz="8000">
                <a:solidFill>
                  <a:srgbClr val="D1F1A9"/>
                </a:solidFill>
                <a:latin typeface="Consolas" panose="020B0609020204030204" pitchFamily="49" charset="0"/>
              </a:rPr>
              <a:t>"ahoy"</a:t>
            </a:r>
            <a:r>
              <a:rPr lang="en-US" sz="8000">
                <a:solidFill>
                  <a:srgbClr val="BBDAFF"/>
                </a:solidFill>
                <a:latin typeface="Consolas" panose="020B0609020204030204" pitchFamily="49" charset="0"/>
              </a:rPr>
              <a:t>)</a:t>
            </a:r>
            <a:endParaRPr lang="en-US" sz="8000" dirty="0">
              <a:solidFill>
                <a:srgbClr val="FFFFFF"/>
              </a:solidFill>
              <a:latin typeface="Consolas" panose="020B0609020204030204" pitchFamily="49" charset="0"/>
            </a:endParaRPr>
          </a:p>
        </p:txBody>
      </p:sp>
    </p:spTree>
    <p:extLst>
      <p:ext uri="{BB962C8B-B14F-4D97-AF65-F5344CB8AC3E}">
        <p14:creationId xmlns:p14="http://schemas.microsoft.com/office/powerpoint/2010/main" val="15386974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9B33B-69A4-631F-7EC7-B492D746C5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DEB99-B354-66E0-45D9-86DC4EAF0ABE}"/>
              </a:ext>
            </a:extLst>
          </p:cNvPr>
          <p:cNvSpPr>
            <a:spLocks noGrp="1"/>
          </p:cNvSpPr>
          <p:nvPr>
            <p:ph type="title"/>
          </p:nvPr>
        </p:nvSpPr>
        <p:spPr>
          <a:xfrm>
            <a:off x="454378" y="3198636"/>
            <a:ext cx="10515600" cy="1325563"/>
          </a:xfrm>
        </p:spPr>
        <p:txBody>
          <a:bodyPr/>
          <a:lstStyle/>
          <a:p>
            <a:r>
              <a:rPr lang="en-US" dirty="0"/>
              <a:t>Q: What are these symbols?</a:t>
            </a:r>
          </a:p>
        </p:txBody>
      </p:sp>
      <p:sp>
        <p:nvSpPr>
          <p:cNvPr id="7" name="TextBox 6">
            <a:extLst>
              <a:ext uri="{FF2B5EF4-FFF2-40B4-BE49-F238E27FC236}">
                <a16:creationId xmlns:a16="http://schemas.microsoft.com/office/drawing/2014/main" id="{74ADC3E8-80E1-A60F-26D7-4DDB822B1EBF}"/>
              </a:ext>
            </a:extLst>
          </p:cNvPr>
          <p:cNvSpPr txBox="1"/>
          <p:nvPr/>
        </p:nvSpPr>
        <p:spPr>
          <a:xfrm>
            <a:off x="6254045" y="4908022"/>
            <a:ext cx="5667022" cy="923330"/>
          </a:xfrm>
          <a:prstGeom prst="rect">
            <a:avLst/>
          </a:prstGeom>
          <a:noFill/>
        </p:spPr>
        <p:txBody>
          <a:bodyPr wrap="square">
            <a:spAutoFit/>
          </a:bodyPr>
          <a:lstStyle/>
          <a:p>
            <a:r>
              <a:rPr lang="en-US" sz="5400" dirty="0">
                <a:solidFill>
                  <a:schemeClr val="tx2"/>
                </a:solidFill>
              </a:rPr>
              <a:t>Quotation marks</a:t>
            </a:r>
          </a:p>
        </p:txBody>
      </p:sp>
      <p:sp>
        <p:nvSpPr>
          <p:cNvPr id="10" name="Content Placeholder 2">
            <a:extLst>
              <a:ext uri="{FF2B5EF4-FFF2-40B4-BE49-F238E27FC236}">
                <a16:creationId xmlns:a16="http://schemas.microsoft.com/office/drawing/2014/main" id="{3FA0360A-FC21-2EC2-8599-8E3B6F771BF1}"/>
              </a:ext>
            </a:extLst>
          </p:cNvPr>
          <p:cNvSpPr txBox="1">
            <a:spLocks/>
          </p:cNvSpPr>
          <p:nvPr/>
        </p:nvSpPr>
        <p:spPr>
          <a:xfrm>
            <a:off x="124178" y="418570"/>
            <a:ext cx="11943644" cy="2020712"/>
          </a:xfrm>
          <a:prstGeom prst="rect">
            <a:avLst/>
          </a:prstGeom>
          <a:solidFill>
            <a:schemeClr val="bg2"/>
          </a:solidFill>
          <a:ln w="38100">
            <a:solidFill>
              <a:schemeClr val="tx1"/>
            </a:solidFill>
          </a:ln>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8000" dirty="0" err="1">
                <a:solidFill>
                  <a:srgbClr val="FF9DA4"/>
                </a:solidFill>
                <a:latin typeface="Consolas" panose="020B0609020204030204" pitchFamily="49" charset="0"/>
              </a:rPr>
              <a:t>crush</a:t>
            </a:r>
            <a:r>
              <a:rPr lang="en-US" sz="8000" dirty="0" err="1">
                <a:solidFill>
                  <a:srgbClr val="FFFFFF"/>
                </a:solidFill>
                <a:latin typeface="Consolas" panose="020B0609020204030204" pitchFamily="49" charset="0"/>
              </a:rPr>
              <a:t>.</a:t>
            </a:r>
            <a:r>
              <a:rPr lang="en-US" sz="8000" dirty="0" err="1">
                <a:solidFill>
                  <a:srgbClr val="BBDAFF"/>
                </a:solidFill>
                <a:latin typeface="Consolas" panose="020B0609020204030204" pitchFamily="49" charset="0"/>
              </a:rPr>
              <a:t>write</a:t>
            </a:r>
            <a:r>
              <a:rPr lang="en-US" sz="8000" dirty="0">
                <a:solidFill>
                  <a:srgbClr val="BBDAFF"/>
                </a:solidFill>
                <a:latin typeface="Consolas" panose="020B0609020204030204" pitchFamily="49" charset="0"/>
              </a:rPr>
              <a:t>(</a:t>
            </a:r>
            <a:r>
              <a:rPr lang="en-US" sz="8000" dirty="0">
                <a:solidFill>
                  <a:srgbClr val="D1F1A9"/>
                </a:solidFill>
                <a:latin typeface="Consolas" panose="020B0609020204030204" pitchFamily="49" charset="0"/>
              </a:rPr>
              <a:t>"ahoy"</a:t>
            </a:r>
            <a:r>
              <a:rPr lang="en-US" sz="8000" dirty="0">
                <a:solidFill>
                  <a:srgbClr val="BBDAFF"/>
                </a:solidFill>
                <a:latin typeface="Consolas" panose="020B0609020204030204" pitchFamily="49" charset="0"/>
              </a:rPr>
              <a:t>)</a:t>
            </a:r>
            <a:endParaRPr lang="en-US" sz="8000" dirty="0">
              <a:solidFill>
                <a:srgbClr val="FFFFFF"/>
              </a:solidFill>
              <a:latin typeface="Consolas" panose="020B0609020204030204" pitchFamily="49" charset="0"/>
            </a:endParaRPr>
          </a:p>
        </p:txBody>
      </p:sp>
      <p:cxnSp>
        <p:nvCxnSpPr>
          <p:cNvPr id="4" name="Straight Arrow Connector 3">
            <a:extLst>
              <a:ext uri="{FF2B5EF4-FFF2-40B4-BE49-F238E27FC236}">
                <a16:creationId xmlns:a16="http://schemas.microsoft.com/office/drawing/2014/main" id="{FBCC6C4C-808D-578D-F0B1-B52A3E205641}"/>
              </a:ext>
            </a:extLst>
          </p:cNvPr>
          <p:cNvCxnSpPr>
            <a:cxnSpLocks/>
            <a:endCxn id="5" idx="4"/>
          </p:cNvCxnSpPr>
          <p:nvPr/>
        </p:nvCxnSpPr>
        <p:spPr>
          <a:xfrm flipV="1">
            <a:off x="7667083" y="2053906"/>
            <a:ext cx="70555" cy="1325563"/>
          </a:xfrm>
          <a:prstGeom prst="straightConnector1">
            <a:avLst/>
          </a:prstGeom>
          <a:ln w="762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 name="Oval 4">
            <a:extLst>
              <a:ext uri="{FF2B5EF4-FFF2-40B4-BE49-F238E27FC236}">
                <a16:creationId xmlns:a16="http://schemas.microsoft.com/office/drawing/2014/main" id="{ADBBBFBE-84F3-4125-2815-7705EE2BA569}"/>
              </a:ext>
            </a:extLst>
          </p:cNvPr>
          <p:cNvSpPr/>
          <p:nvPr/>
        </p:nvSpPr>
        <p:spPr>
          <a:xfrm>
            <a:off x="7413082" y="706184"/>
            <a:ext cx="649111" cy="1347722"/>
          </a:xfrm>
          <a:prstGeom prst="ellipse">
            <a:avLst/>
          </a:prstGeom>
          <a:noFill/>
          <a:ln w="762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7029B3A-C435-91A1-C041-61390A314F03}"/>
              </a:ext>
            </a:extLst>
          </p:cNvPr>
          <p:cNvCxnSpPr>
            <a:cxnSpLocks/>
            <a:endCxn id="13" idx="3"/>
          </p:cNvCxnSpPr>
          <p:nvPr/>
        </p:nvCxnSpPr>
        <p:spPr>
          <a:xfrm flipV="1">
            <a:off x="8376356" y="1919028"/>
            <a:ext cx="1946437" cy="1509972"/>
          </a:xfrm>
          <a:prstGeom prst="straightConnector1">
            <a:avLst/>
          </a:prstGeom>
          <a:ln w="762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CBDE5943-8C9D-9A92-280A-14B777AA3E97}"/>
              </a:ext>
            </a:extLst>
          </p:cNvPr>
          <p:cNvSpPr/>
          <p:nvPr/>
        </p:nvSpPr>
        <p:spPr>
          <a:xfrm>
            <a:off x="10227733" y="768675"/>
            <a:ext cx="649111" cy="1347722"/>
          </a:xfrm>
          <a:prstGeom prst="ellipse">
            <a:avLst/>
          </a:prstGeom>
          <a:noFill/>
          <a:ln w="762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3737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E3779-8C9B-3455-65FE-AD933DA2C6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006EE8-12FA-544C-B918-D67752974A17}"/>
              </a:ext>
            </a:extLst>
          </p:cNvPr>
          <p:cNvSpPr>
            <a:spLocks noGrp="1"/>
          </p:cNvSpPr>
          <p:nvPr>
            <p:ph type="title"/>
          </p:nvPr>
        </p:nvSpPr>
        <p:spPr>
          <a:xfrm>
            <a:off x="454378" y="3198636"/>
            <a:ext cx="10515600" cy="1325563"/>
          </a:xfrm>
        </p:spPr>
        <p:txBody>
          <a:bodyPr/>
          <a:lstStyle/>
          <a:p>
            <a:r>
              <a:rPr lang="en-US" dirty="0"/>
              <a:t>Q: What does this turtle do?</a:t>
            </a:r>
          </a:p>
        </p:txBody>
      </p:sp>
      <p:sp>
        <p:nvSpPr>
          <p:cNvPr id="7" name="TextBox 6">
            <a:extLst>
              <a:ext uri="{FF2B5EF4-FFF2-40B4-BE49-F238E27FC236}">
                <a16:creationId xmlns:a16="http://schemas.microsoft.com/office/drawing/2014/main" id="{9FEDFF77-4744-7C3C-87AE-306F5A51B623}"/>
              </a:ext>
            </a:extLst>
          </p:cNvPr>
          <p:cNvSpPr txBox="1"/>
          <p:nvPr/>
        </p:nvSpPr>
        <p:spPr>
          <a:xfrm>
            <a:off x="7191022" y="4524199"/>
            <a:ext cx="4120444" cy="1569660"/>
          </a:xfrm>
          <a:prstGeom prst="rect">
            <a:avLst/>
          </a:prstGeom>
          <a:noFill/>
        </p:spPr>
        <p:txBody>
          <a:bodyPr wrap="square">
            <a:spAutoFit/>
          </a:bodyPr>
          <a:lstStyle/>
          <a:p>
            <a:r>
              <a:rPr lang="en-US" sz="9600" dirty="0">
                <a:solidFill>
                  <a:srgbClr val="BBDAFF"/>
                </a:solidFill>
                <a:latin typeface="Consolas" panose="020B0609020204030204" pitchFamily="49" charset="0"/>
              </a:rPr>
              <a:t>write</a:t>
            </a:r>
            <a:endParaRPr lang="en-US" sz="9600" dirty="0"/>
          </a:p>
        </p:txBody>
      </p:sp>
      <p:sp>
        <p:nvSpPr>
          <p:cNvPr id="10" name="Content Placeholder 2">
            <a:extLst>
              <a:ext uri="{FF2B5EF4-FFF2-40B4-BE49-F238E27FC236}">
                <a16:creationId xmlns:a16="http://schemas.microsoft.com/office/drawing/2014/main" id="{DB35B6BE-B000-FB91-007E-F1EB5F1F764D}"/>
              </a:ext>
            </a:extLst>
          </p:cNvPr>
          <p:cNvSpPr txBox="1">
            <a:spLocks/>
          </p:cNvSpPr>
          <p:nvPr/>
        </p:nvSpPr>
        <p:spPr>
          <a:xfrm>
            <a:off x="124178" y="418570"/>
            <a:ext cx="11943644" cy="2020712"/>
          </a:xfrm>
          <a:prstGeom prst="rect">
            <a:avLst/>
          </a:prstGeom>
          <a:solidFill>
            <a:schemeClr val="bg2"/>
          </a:solidFill>
          <a:ln w="38100">
            <a:solidFill>
              <a:schemeClr val="tx1"/>
            </a:solidFill>
          </a:ln>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8000" dirty="0" err="1">
                <a:solidFill>
                  <a:srgbClr val="FF9DA4"/>
                </a:solidFill>
                <a:latin typeface="Consolas" panose="020B0609020204030204" pitchFamily="49" charset="0"/>
              </a:rPr>
              <a:t>crush</a:t>
            </a:r>
            <a:r>
              <a:rPr lang="en-US" sz="8000" dirty="0" err="1">
                <a:solidFill>
                  <a:srgbClr val="FFFFFF"/>
                </a:solidFill>
                <a:latin typeface="Consolas" panose="020B0609020204030204" pitchFamily="49" charset="0"/>
              </a:rPr>
              <a:t>.</a:t>
            </a:r>
            <a:r>
              <a:rPr lang="en-US" sz="8000" dirty="0" err="1">
                <a:solidFill>
                  <a:srgbClr val="BBDAFF"/>
                </a:solidFill>
                <a:latin typeface="Consolas" panose="020B0609020204030204" pitchFamily="49" charset="0"/>
              </a:rPr>
              <a:t>write</a:t>
            </a:r>
            <a:r>
              <a:rPr lang="en-US" sz="8000" dirty="0">
                <a:solidFill>
                  <a:srgbClr val="BBDAFF"/>
                </a:solidFill>
                <a:latin typeface="Consolas" panose="020B0609020204030204" pitchFamily="49" charset="0"/>
              </a:rPr>
              <a:t>(</a:t>
            </a:r>
            <a:r>
              <a:rPr lang="en-US" sz="8000" dirty="0">
                <a:solidFill>
                  <a:srgbClr val="D1F1A9"/>
                </a:solidFill>
                <a:latin typeface="Consolas" panose="020B0609020204030204" pitchFamily="49" charset="0"/>
              </a:rPr>
              <a:t>"ahoy"</a:t>
            </a:r>
            <a:r>
              <a:rPr lang="en-US" sz="8000" dirty="0">
                <a:solidFill>
                  <a:srgbClr val="BBDAFF"/>
                </a:solidFill>
                <a:latin typeface="Consolas" panose="020B0609020204030204" pitchFamily="49" charset="0"/>
              </a:rPr>
              <a:t>)</a:t>
            </a:r>
            <a:endParaRPr lang="en-US" sz="8000" dirty="0">
              <a:solidFill>
                <a:srgbClr val="FFFFFF"/>
              </a:solidFill>
              <a:latin typeface="Consolas" panose="020B0609020204030204" pitchFamily="49" charset="0"/>
            </a:endParaRPr>
          </a:p>
        </p:txBody>
      </p:sp>
    </p:spTree>
    <p:extLst>
      <p:ext uri="{BB962C8B-B14F-4D97-AF65-F5344CB8AC3E}">
        <p14:creationId xmlns:p14="http://schemas.microsoft.com/office/powerpoint/2010/main" val="30821057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81E6C-3EB4-EBB3-96B3-35A71798DE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63B799-84BD-7545-55A2-4F87B7D39096}"/>
              </a:ext>
            </a:extLst>
          </p:cNvPr>
          <p:cNvSpPr>
            <a:spLocks noGrp="1"/>
          </p:cNvSpPr>
          <p:nvPr>
            <p:ph type="title"/>
          </p:nvPr>
        </p:nvSpPr>
        <p:spPr>
          <a:xfrm>
            <a:off x="454378" y="3198636"/>
            <a:ext cx="10515600" cy="1325563"/>
          </a:xfrm>
        </p:spPr>
        <p:txBody>
          <a:bodyPr/>
          <a:lstStyle/>
          <a:p>
            <a:r>
              <a:rPr lang="en-US" dirty="0"/>
              <a:t>Q: What is this symbol?</a:t>
            </a:r>
          </a:p>
        </p:txBody>
      </p:sp>
      <p:sp>
        <p:nvSpPr>
          <p:cNvPr id="7" name="TextBox 6">
            <a:extLst>
              <a:ext uri="{FF2B5EF4-FFF2-40B4-BE49-F238E27FC236}">
                <a16:creationId xmlns:a16="http://schemas.microsoft.com/office/drawing/2014/main" id="{2022E43A-085C-FF6B-F15E-4B2EF452C48E}"/>
              </a:ext>
            </a:extLst>
          </p:cNvPr>
          <p:cNvSpPr txBox="1"/>
          <p:nvPr/>
        </p:nvSpPr>
        <p:spPr>
          <a:xfrm>
            <a:off x="6874933" y="4908022"/>
            <a:ext cx="5046133" cy="923330"/>
          </a:xfrm>
          <a:prstGeom prst="rect">
            <a:avLst/>
          </a:prstGeom>
          <a:noFill/>
        </p:spPr>
        <p:txBody>
          <a:bodyPr wrap="square">
            <a:spAutoFit/>
          </a:bodyPr>
          <a:lstStyle/>
          <a:p>
            <a:r>
              <a:rPr lang="en-US" sz="5400" dirty="0">
                <a:solidFill>
                  <a:schemeClr val="tx2"/>
                </a:solidFill>
              </a:rPr>
              <a:t>A period/dot</a:t>
            </a:r>
          </a:p>
        </p:txBody>
      </p:sp>
      <p:sp>
        <p:nvSpPr>
          <p:cNvPr id="10" name="Content Placeholder 2">
            <a:extLst>
              <a:ext uri="{FF2B5EF4-FFF2-40B4-BE49-F238E27FC236}">
                <a16:creationId xmlns:a16="http://schemas.microsoft.com/office/drawing/2014/main" id="{3C39172E-6EE0-C7BD-6EE8-0F398B237000}"/>
              </a:ext>
            </a:extLst>
          </p:cNvPr>
          <p:cNvSpPr txBox="1">
            <a:spLocks/>
          </p:cNvSpPr>
          <p:nvPr/>
        </p:nvSpPr>
        <p:spPr>
          <a:xfrm>
            <a:off x="124178" y="418570"/>
            <a:ext cx="11943644" cy="2020712"/>
          </a:xfrm>
          <a:prstGeom prst="rect">
            <a:avLst/>
          </a:prstGeom>
          <a:solidFill>
            <a:schemeClr val="bg2"/>
          </a:solidFill>
          <a:ln w="38100">
            <a:solidFill>
              <a:schemeClr val="tx1"/>
            </a:solidFill>
          </a:ln>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8000" dirty="0" err="1">
                <a:solidFill>
                  <a:srgbClr val="FF9DA4"/>
                </a:solidFill>
                <a:latin typeface="Consolas" panose="020B0609020204030204" pitchFamily="49" charset="0"/>
              </a:rPr>
              <a:t>crush</a:t>
            </a:r>
            <a:r>
              <a:rPr lang="en-US" sz="8000" dirty="0" err="1">
                <a:solidFill>
                  <a:srgbClr val="FFFFFF"/>
                </a:solidFill>
                <a:latin typeface="Consolas" panose="020B0609020204030204" pitchFamily="49" charset="0"/>
              </a:rPr>
              <a:t>.</a:t>
            </a:r>
            <a:r>
              <a:rPr lang="en-US" sz="8000" dirty="0" err="1">
                <a:solidFill>
                  <a:srgbClr val="BBDAFF"/>
                </a:solidFill>
                <a:latin typeface="Consolas" panose="020B0609020204030204" pitchFamily="49" charset="0"/>
              </a:rPr>
              <a:t>write</a:t>
            </a:r>
            <a:r>
              <a:rPr lang="en-US" sz="8000" dirty="0">
                <a:solidFill>
                  <a:srgbClr val="BBDAFF"/>
                </a:solidFill>
                <a:latin typeface="Consolas" panose="020B0609020204030204" pitchFamily="49" charset="0"/>
              </a:rPr>
              <a:t>(</a:t>
            </a:r>
            <a:r>
              <a:rPr lang="en-US" sz="8000" dirty="0">
                <a:solidFill>
                  <a:srgbClr val="D1F1A9"/>
                </a:solidFill>
                <a:latin typeface="Consolas" panose="020B0609020204030204" pitchFamily="49" charset="0"/>
              </a:rPr>
              <a:t>"ahoy"</a:t>
            </a:r>
            <a:r>
              <a:rPr lang="en-US" sz="8000" dirty="0">
                <a:solidFill>
                  <a:srgbClr val="BBDAFF"/>
                </a:solidFill>
                <a:latin typeface="Consolas" panose="020B0609020204030204" pitchFamily="49" charset="0"/>
              </a:rPr>
              <a:t>)</a:t>
            </a:r>
            <a:endParaRPr lang="en-US" sz="8000" dirty="0">
              <a:solidFill>
                <a:srgbClr val="FFFFFF"/>
              </a:solidFill>
              <a:latin typeface="Consolas" panose="020B0609020204030204" pitchFamily="49" charset="0"/>
            </a:endParaRPr>
          </a:p>
        </p:txBody>
      </p:sp>
      <p:cxnSp>
        <p:nvCxnSpPr>
          <p:cNvPr id="4" name="Straight Arrow Connector 3">
            <a:extLst>
              <a:ext uri="{FF2B5EF4-FFF2-40B4-BE49-F238E27FC236}">
                <a16:creationId xmlns:a16="http://schemas.microsoft.com/office/drawing/2014/main" id="{60620223-65FB-160F-1DAB-657BD972B8F9}"/>
              </a:ext>
            </a:extLst>
          </p:cNvPr>
          <p:cNvCxnSpPr/>
          <p:nvPr/>
        </p:nvCxnSpPr>
        <p:spPr>
          <a:xfrm flipH="1" flipV="1">
            <a:off x="3962400" y="1896533"/>
            <a:ext cx="587022" cy="1532467"/>
          </a:xfrm>
          <a:prstGeom prst="straightConnector1">
            <a:avLst/>
          </a:prstGeom>
          <a:ln w="762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 name="Oval 4">
            <a:extLst>
              <a:ext uri="{FF2B5EF4-FFF2-40B4-BE49-F238E27FC236}">
                <a16:creationId xmlns:a16="http://schemas.microsoft.com/office/drawing/2014/main" id="{628B4742-52F5-B0FF-B9C9-5232E671BC19}"/>
              </a:ext>
            </a:extLst>
          </p:cNvPr>
          <p:cNvSpPr/>
          <p:nvPr/>
        </p:nvSpPr>
        <p:spPr>
          <a:xfrm>
            <a:off x="3589867" y="1354667"/>
            <a:ext cx="508000" cy="541866"/>
          </a:xfrm>
          <a:prstGeom prst="ellipse">
            <a:avLst/>
          </a:prstGeom>
          <a:noFill/>
          <a:ln w="762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370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68155-11EC-5D85-BDB9-EB3DB0324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CBEE8-1479-040D-B17B-04D45700AF23}"/>
              </a:ext>
            </a:extLst>
          </p:cNvPr>
          <p:cNvSpPr>
            <a:spLocks noGrp="1"/>
          </p:cNvSpPr>
          <p:nvPr>
            <p:ph type="title"/>
          </p:nvPr>
        </p:nvSpPr>
        <p:spPr>
          <a:xfrm>
            <a:off x="454378" y="3198636"/>
            <a:ext cx="10515600" cy="1325563"/>
          </a:xfrm>
        </p:spPr>
        <p:txBody>
          <a:bodyPr/>
          <a:lstStyle/>
          <a:p>
            <a:r>
              <a:rPr lang="en-US" dirty="0"/>
              <a:t>Q: What are these symbols?</a:t>
            </a:r>
          </a:p>
        </p:txBody>
      </p:sp>
      <p:sp>
        <p:nvSpPr>
          <p:cNvPr id="7" name="TextBox 6">
            <a:extLst>
              <a:ext uri="{FF2B5EF4-FFF2-40B4-BE49-F238E27FC236}">
                <a16:creationId xmlns:a16="http://schemas.microsoft.com/office/drawing/2014/main" id="{2D5818E9-07CA-419C-DBB7-2A02691727FB}"/>
              </a:ext>
            </a:extLst>
          </p:cNvPr>
          <p:cNvSpPr txBox="1"/>
          <p:nvPr/>
        </p:nvSpPr>
        <p:spPr>
          <a:xfrm>
            <a:off x="6874933" y="4908022"/>
            <a:ext cx="5046133" cy="923330"/>
          </a:xfrm>
          <a:prstGeom prst="rect">
            <a:avLst/>
          </a:prstGeom>
          <a:noFill/>
        </p:spPr>
        <p:txBody>
          <a:bodyPr wrap="square">
            <a:spAutoFit/>
          </a:bodyPr>
          <a:lstStyle/>
          <a:p>
            <a:r>
              <a:rPr lang="en-US" sz="5400" dirty="0">
                <a:solidFill>
                  <a:schemeClr val="tx2"/>
                </a:solidFill>
              </a:rPr>
              <a:t>Parentheses</a:t>
            </a:r>
          </a:p>
        </p:txBody>
      </p:sp>
      <p:sp>
        <p:nvSpPr>
          <p:cNvPr id="10" name="Content Placeholder 2">
            <a:extLst>
              <a:ext uri="{FF2B5EF4-FFF2-40B4-BE49-F238E27FC236}">
                <a16:creationId xmlns:a16="http://schemas.microsoft.com/office/drawing/2014/main" id="{AC53AA9A-9176-778D-CE0B-C223878AA279}"/>
              </a:ext>
            </a:extLst>
          </p:cNvPr>
          <p:cNvSpPr txBox="1">
            <a:spLocks/>
          </p:cNvSpPr>
          <p:nvPr/>
        </p:nvSpPr>
        <p:spPr>
          <a:xfrm>
            <a:off x="124178" y="418570"/>
            <a:ext cx="11943644" cy="2020712"/>
          </a:xfrm>
          <a:prstGeom prst="rect">
            <a:avLst/>
          </a:prstGeom>
          <a:solidFill>
            <a:schemeClr val="bg2"/>
          </a:solidFill>
          <a:ln w="38100">
            <a:solidFill>
              <a:schemeClr val="tx1"/>
            </a:solidFill>
          </a:ln>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8000" dirty="0" err="1">
                <a:solidFill>
                  <a:srgbClr val="FF9DA4"/>
                </a:solidFill>
                <a:latin typeface="Consolas" panose="020B0609020204030204" pitchFamily="49" charset="0"/>
              </a:rPr>
              <a:t>crush</a:t>
            </a:r>
            <a:r>
              <a:rPr lang="en-US" sz="8000" dirty="0" err="1">
                <a:solidFill>
                  <a:srgbClr val="FFFFFF"/>
                </a:solidFill>
                <a:latin typeface="Consolas" panose="020B0609020204030204" pitchFamily="49" charset="0"/>
              </a:rPr>
              <a:t>.</a:t>
            </a:r>
            <a:r>
              <a:rPr lang="en-US" sz="8000" dirty="0" err="1">
                <a:solidFill>
                  <a:srgbClr val="BBDAFF"/>
                </a:solidFill>
                <a:latin typeface="Consolas" panose="020B0609020204030204" pitchFamily="49" charset="0"/>
              </a:rPr>
              <a:t>write</a:t>
            </a:r>
            <a:r>
              <a:rPr lang="en-US" sz="8000" dirty="0">
                <a:solidFill>
                  <a:srgbClr val="BBDAFF"/>
                </a:solidFill>
                <a:latin typeface="Consolas" panose="020B0609020204030204" pitchFamily="49" charset="0"/>
              </a:rPr>
              <a:t>(</a:t>
            </a:r>
            <a:r>
              <a:rPr lang="en-US" sz="8000" dirty="0">
                <a:solidFill>
                  <a:srgbClr val="D1F1A9"/>
                </a:solidFill>
                <a:latin typeface="Consolas" panose="020B0609020204030204" pitchFamily="49" charset="0"/>
              </a:rPr>
              <a:t>"ahoy"</a:t>
            </a:r>
            <a:r>
              <a:rPr lang="en-US" sz="8000" dirty="0">
                <a:solidFill>
                  <a:srgbClr val="BBDAFF"/>
                </a:solidFill>
                <a:latin typeface="Consolas" panose="020B0609020204030204" pitchFamily="49" charset="0"/>
              </a:rPr>
              <a:t>)</a:t>
            </a:r>
            <a:endParaRPr lang="en-US" sz="8000" dirty="0">
              <a:solidFill>
                <a:srgbClr val="FFFFFF"/>
              </a:solidFill>
              <a:latin typeface="Consolas" panose="020B0609020204030204" pitchFamily="49" charset="0"/>
            </a:endParaRPr>
          </a:p>
        </p:txBody>
      </p:sp>
      <p:cxnSp>
        <p:nvCxnSpPr>
          <p:cNvPr id="4" name="Straight Arrow Connector 3">
            <a:extLst>
              <a:ext uri="{FF2B5EF4-FFF2-40B4-BE49-F238E27FC236}">
                <a16:creationId xmlns:a16="http://schemas.microsoft.com/office/drawing/2014/main" id="{80280FBC-ADA9-988C-621A-51D608D576C4}"/>
              </a:ext>
            </a:extLst>
          </p:cNvPr>
          <p:cNvCxnSpPr>
            <a:cxnSpLocks/>
            <a:endCxn id="5" idx="4"/>
          </p:cNvCxnSpPr>
          <p:nvPr/>
        </p:nvCxnSpPr>
        <p:spPr>
          <a:xfrm flipV="1">
            <a:off x="7145867" y="2103437"/>
            <a:ext cx="70555" cy="1325563"/>
          </a:xfrm>
          <a:prstGeom prst="straightConnector1">
            <a:avLst/>
          </a:prstGeom>
          <a:ln w="762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 name="Oval 4">
            <a:extLst>
              <a:ext uri="{FF2B5EF4-FFF2-40B4-BE49-F238E27FC236}">
                <a16:creationId xmlns:a16="http://schemas.microsoft.com/office/drawing/2014/main" id="{76085952-E8C7-BECA-7E8A-56581F6AEE0D}"/>
              </a:ext>
            </a:extLst>
          </p:cNvPr>
          <p:cNvSpPr/>
          <p:nvPr/>
        </p:nvSpPr>
        <p:spPr>
          <a:xfrm>
            <a:off x="6891866" y="755715"/>
            <a:ext cx="649111" cy="1347722"/>
          </a:xfrm>
          <a:prstGeom prst="ellipse">
            <a:avLst/>
          </a:prstGeom>
          <a:noFill/>
          <a:ln w="762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EBD1B191-C5F9-2739-5CC9-51F3AEBF560C}"/>
              </a:ext>
            </a:extLst>
          </p:cNvPr>
          <p:cNvCxnSpPr>
            <a:cxnSpLocks/>
            <a:endCxn id="13" idx="3"/>
          </p:cNvCxnSpPr>
          <p:nvPr/>
        </p:nvCxnSpPr>
        <p:spPr>
          <a:xfrm flipV="1">
            <a:off x="7540978" y="1947729"/>
            <a:ext cx="3301104" cy="1481271"/>
          </a:xfrm>
          <a:prstGeom prst="straightConnector1">
            <a:avLst/>
          </a:prstGeom>
          <a:ln w="762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126F0ECE-F0CE-4FDD-6F18-B6F1D97297AC}"/>
              </a:ext>
            </a:extLst>
          </p:cNvPr>
          <p:cNvSpPr/>
          <p:nvPr/>
        </p:nvSpPr>
        <p:spPr>
          <a:xfrm>
            <a:off x="10747022" y="797376"/>
            <a:ext cx="649111" cy="1347722"/>
          </a:xfrm>
          <a:prstGeom prst="ellipse">
            <a:avLst/>
          </a:prstGeom>
          <a:noFill/>
          <a:ln w="762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12349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2A297-22FC-F7CA-9BC9-BD73224C4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17F22-81A2-3F75-0F47-AF562CE3C31E}"/>
              </a:ext>
            </a:extLst>
          </p:cNvPr>
          <p:cNvSpPr>
            <a:spLocks noGrp="1"/>
          </p:cNvSpPr>
          <p:nvPr>
            <p:ph type="title"/>
          </p:nvPr>
        </p:nvSpPr>
        <p:spPr>
          <a:xfrm>
            <a:off x="454378" y="3198636"/>
            <a:ext cx="10515600" cy="1325563"/>
          </a:xfrm>
        </p:spPr>
        <p:txBody>
          <a:bodyPr/>
          <a:lstStyle/>
          <a:p>
            <a:r>
              <a:rPr lang="en-US" dirty="0"/>
              <a:t>Q: What does this turtle say?</a:t>
            </a:r>
          </a:p>
        </p:txBody>
      </p:sp>
      <p:sp>
        <p:nvSpPr>
          <p:cNvPr id="7" name="TextBox 6">
            <a:extLst>
              <a:ext uri="{FF2B5EF4-FFF2-40B4-BE49-F238E27FC236}">
                <a16:creationId xmlns:a16="http://schemas.microsoft.com/office/drawing/2014/main" id="{ABF84406-A389-8D3E-673C-15F4C5049D66}"/>
              </a:ext>
            </a:extLst>
          </p:cNvPr>
          <p:cNvSpPr txBox="1"/>
          <p:nvPr/>
        </p:nvSpPr>
        <p:spPr>
          <a:xfrm>
            <a:off x="7191022" y="4524199"/>
            <a:ext cx="4120444" cy="1569660"/>
          </a:xfrm>
          <a:prstGeom prst="rect">
            <a:avLst/>
          </a:prstGeom>
          <a:noFill/>
        </p:spPr>
        <p:txBody>
          <a:bodyPr wrap="square">
            <a:spAutoFit/>
          </a:bodyPr>
          <a:lstStyle/>
          <a:p>
            <a:r>
              <a:rPr lang="en-US" sz="9600" dirty="0">
                <a:solidFill>
                  <a:srgbClr val="D1F1A9"/>
                </a:solidFill>
                <a:latin typeface="Consolas" panose="020B0609020204030204" pitchFamily="49" charset="0"/>
              </a:rPr>
              <a:t>ahoy</a:t>
            </a:r>
            <a:endParaRPr lang="en-US" sz="9600" dirty="0"/>
          </a:p>
        </p:txBody>
      </p:sp>
      <p:sp>
        <p:nvSpPr>
          <p:cNvPr id="10" name="Content Placeholder 2">
            <a:extLst>
              <a:ext uri="{FF2B5EF4-FFF2-40B4-BE49-F238E27FC236}">
                <a16:creationId xmlns:a16="http://schemas.microsoft.com/office/drawing/2014/main" id="{E04B5A08-441D-790A-F27F-F4C3D017A334}"/>
              </a:ext>
            </a:extLst>
          </p:cNvPr>
          <p:cNvSpPr txBox="1">
            <a:spLocks/>
          </p:cNvSpPr>
          <p:nvPr/>
        </p:nvSpPr>
        <p:spPr>
          <a:xfrm>
            <a:off x="124178" y="418570"/>
            <a:ext cx="11943644" cy="2020712"/>
          </a:xfrm>
          <a:prstGeom prst="rect">
            <a:avLst/>
          </a:prstGeom>
          <a:solidFill>
            <a:schemeClr val="bg2"/>
          </a:solidFill>
          <a:ln w="38100">
            <a:solidFill>
              <a:schemeClr val="tx1"/>
            </a:solidFill>
          </a:ln>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8000" dirty="0" err="1">
                <a:solidFill>
                  <a:srgbClr val="FF9DA4"/>
                </a:solidFill>
                <a:latin typeface="Consolas" panose="020B0609020204030204" pitchFamily="49" charset="0"/>
              </a:rPr>
              <a:t>crush</a:t>
            </a:r>
            <a:r>
              <a:rPr lang="en-US" sz="8000" dirty="0" err="1">
                <a:solidFill>
                  <a:srgbClr val="FFFFFF"/>
                </a:solidFill>
                <a:latin typeface="Consolas" panose="020B0609020204030204" pitchFamily="49" charset="0"/>
              </a:rPr>
              <a:t>.</a:t>
            </a:r>
            <a:r>
              <a:rPr lang="en-US" sz="8000" dirty="0" err="1">
                <a:solidFill>
                  <a:srgbClr val="BBDAFF"/>
                </a:solidFill>
                <a:latin typeface="Consolas" panose="020B0609020204030204" pitchFamily="49" charset="0"/>
              </a:rPr>
              <a:t>write</a:t>
            </a:r>
            <a:r>
              <a:rPr lang="en-US" sz="8000" dirty="0">
                <a:solidFill>
                  <a:srgbClr val="BBDAFF"/>
                </a:solidFill>
                <a:latin typeface="Consolas" panose="020B0609020204030204" pitchFamily="49" charset="0"/>
              </a:rPr>
              <a:t>(</a:t>
            </a:r>
            <a:r>
              <a:rPr lang="en-US" sz="8000" dirty="0">
                <a:solidFill>
                  <a:srgbClr val="D1F1A9"/>
                </a:solidFill>
                <a:latin typeface="Consolas" panose="020B0609020204030204" pitchFamily="49" charset="0"/>
              </a:rPr>
              <a:t>"ahoy"</a:t>
            </a:r>
            <a:r>
              <a:rPr lang="en-US" sz="8000" dirty="0">
                <a:solidFill>
                  <a:srgbClr val="BBDAFF"/>
                </a:solidFill>
                <a:latin typeface="Consolas" panose="020B0609020204030204" pitchFamily="49" charset="0"/>
              </a:rPr>
              <a:t>)</a:t>
            </a:r>
            <a:endParaRPr lang="en-US" sz="8000" dirty="0">
              <a:solidFill>
                <a:srgbClr val="FFFFFF"/>
              </a:solidFill>
              <a:latin typeface="Consolas" panose="020B0609020204030204" pitchFamily="49" charset="0"/>
            </a:endParaRPr>
          </a:p>
        </p:txBody>
      </p:sp>
    </p:spTree>
    <p:extLst>
      <p:ext uri="{BB962C8B-B14F-4D97-AF65-F5344CB8AC3E}">
        <p14:creationId xmlns:p14="http://schemas.microsoft.com/office/powerpoint/2010/main" val="32042737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17532-1B8E-DB71-82A6-2E8372B3DF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C8DE6D-B8C8-ACD9-BFAE-1CFF91864507}"/>
              </a:ext>
            </a:extLst>
          </p:cNvPr>
          <p:cNvSpPr>
            <a:spLocks noGrp="1"/>
          </p:cNvSpPr>
          <p:nvPr>
            <p:ph type="title"/>
          </p:nvPr>
        </p:nvSpPr>
        <p:spPr>
          <a:xfrm>
            <a:off x="454378" y="3198636"/>
            <a:ext cx="10515600" cy="1325563"/>
          </a:xfrm>
        </p:spPr>
        <p:txBody>
          <a:bodyPr/>
          <a:lstStyle/>
          <a:p>
            <a:r>
              <a:rPr lang="en-US" dirty="0"/>
              <a:t>Q: What is this line?</a:t>
            </a:r>
          </a:p>
        </p:txBody>
      </p:sp>
      <p:sp>
        <p:nvSpPr>
          <p:cNvPr id="7" name="TextBox 6">
            <a:extLst>
              <a:ext uri="{FF2B5EF4-FFF2-40B4-BE49-F238E27FC236}">
                <a16:creationId xmlns:a16="http://schemas.microsoft.com/office/drawing/2014/main" id="{E42C2495-908A-E746-2CD6-4B5440ABB805}"/>
              </a:ext>
            </a:extLst>
          </p:cNvPr>
          <p:cNvSpPr txBox="1"/>
          <p:nvPr/>
        </p:nvSpPr>
        <p:spPr>
          <a:xfrm>
            <a:off x="3849511" y="4908022"/>
            <a:ext cx="8071555" cy="923330"/>
          </a:xfrm>
          <a:prstGeom prst="rect">
            <a:avLst/>
          </a:prstGeom>
          <a:noFill/>
        </p:spPr>
        <p:txBody>
          <a:bodyPr wrap="square">
            <a:spAutoFit/>
          </a:bodyPr>
          <a:lstStyle/>
          <a:p>
            <a:r>
              <a:rPr lang="en-US" sz="5400" dirty="0">
                <a:solidFill>
                  <a:schemeClr val="tx2"/>
                </a:solidFill>
              </a:rPr>
              <a:t>A statement/command</a:t>
            </a:r>
          </a:p>
        </p:txBody>
      </p:sp>
      <p:sp>
        <p:nvSpPr>
          <p:cNvPr id="10" name="Content Placeholder 2">
            <a:extLst>
              <a:ext uri="{FF2B5EF4-FFF2-40B4-BE49-F238E27FC236}">
                <a16:creationId xmlns:a16="http://schemas.microsoft.com/office/drawing/2014/main" id="{6D4E2C2E-0B71-C014-E495-DFF58D4ED4B3}"/>
              </a:ext>
            </a:extLst>
          </p:cNvPr>
          <p:cNvSpPr txBox="1">
            <a:spLocks/>
          </p:cNvSpPr>
          <p:nvPr/>
        </p:nvSpPr>
        <p:spPr>
          <a:xfrm>
            <a:off x="124178" y="418570"/>
            <a:ext cx="11943644" cy="2020712"/>
          </a:xfrm>
          <a:prstGeom prst="rect">
            <a:avLst/>
          </a:prstGeom>
          <a:solidFill>
            <a:schemeClr val="bg2"/>
          </a:solidFill>
          <a:ln w="38100">
            <a:solidFill>
              <a:schemeClr val="tx1"/>
            </a:solidFill>
          </a:ln>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8000" dirty="0" err="1">
                <a:solidFill>
                  <a:srgbClr val="FF9DA4"/>
                </a:solidFill>
                <a:latin typeface="Consolas" panose="020B0609020204030204" pitchFamily="49" charset="0"/>
              </a:rPr>
              <a:t>crush</a:t>
            </a:r>
            <a:r>
              <a:rPr lang="en-US" sz="8000" dirty="0" err="1">
                <a:solidFill>
                  <a:srgbClr val="FFFFFF"/>
                </a:solidFill>
                <a:latin typeface="Consolas" panose="020B0609020204030204" pitchFamily="49" charset="0"/>
              </a:rPr>
              <a:t>.</a:t>
            </a:r>
            <a:r>
              <a:rPr lang="en-US" sz="8000" dirty="0" err="1">
                <a:solidFill>
                  <a:srgbClr val="BBDAFF"/>
                </a:solidFill>
                <a:latin typeface="Consolas" panose="020B0609020204030204" pitchFamily="49" charset="0"/>
              </a:rPr>
              <a:t>write</a:t>
            </a:r>
            <a:r>
              <a:rPr lang="en-US" sz="8000" dirty="0">
                <a:solidFill>
                  <a:srgbClr val="BBDAFF"/>
                </a:solidFill>
                <a:latin typeface="Consolas" panose="020B0609020204030204" pitchFamily="49" charset="0"/>
              </a:rPr>
              <a:t>(</a:t>
            </a:r>
            <a:r>
              <a:rPr lang="en-US" sz="8000" dirty="0">
                <a:solidFill>
                  <a:srgbClr val="D1F1A9"/>
                </a:solidFill>
                <a:latin typeface="Consolas" panose="020B0609020204030204" pitchFamily="49" charset="0"/>
              </a:rPr>
              <a:t>"ahoy"</a:t>
            </a:r>
            <a:r>
              <a:rPr lang="en-US" sz="8000" dirty="0">
                <a:solidFill>
                  <a:srgbClr val="BBDAFF"/>
                </a:solidFill>
                <a:latin typeface="Consolas" panose="020B0609020204030204" pitchFamily="49" charset="0"/>
              </a:rPr>
              <a:t>)</a:t>
            </a:r>
            <a:endParaRPr lang="en-US" sz="8000" dirty="0">
              <a:solidFill>
                <a:srgbClr val="FFFFFF"/>
              </a:solidFill>
              <a:latin typeface="Consolas" panose="020B0609020204030204" pitchFamily="49" charset="0"/>
            </a:endParaRPr>
          </a:p>
        </p:txBody>
      </p:sp>
    </p:spTree>
    <p:extLst>
      <p:ext uri="{BB962C8B-B14F-4D97-AF65-F5344CB8AC3E}">
        <p14:creationId xmlns:p14="http://schemas.microsoft.com/office/powerpoint/2010/main" val="16050998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F9D87-B969-CA3B-D00C-252706EEE92B}"/>
              </a:ext>
            </a:extLst>
          </p:cNvPr>
          <p:cNvSpPr>
            <a:spLocks noGrp="1"/>
          </p:cNvSpPr>
          <p:nvPr>
            <p:ph type="ctrTitle"/>
          </p:nvPr>
        </p:nvSpPr>
        <p:spPr>
          <a:xfrm>
            <a:off x="0" y="0"/>
            <a:ext cx="12192000" cy="6858000"/>
          </a:xfrm>
          <a:solidFill>
            <a:schemeClr val="bg1"/>
          </a:solidFill>
        </p:spPr>
        <p:txBody>
          <a:bodyPr anchor="ctr"/>
          <a:lstStyle/>
          <a:p>
            <a:r>
              <a:rPr lang="en-US" dirty="0"/>
              <a:t>Loops</a:t>
            </a:r>
          </a:p>
        </p:txBody>
      </p:sp>
      <p:pic>
        <p:nvPicPr>
          <p:cNvPr id="1028" name="Picture 4" descr="The Ouroboros, Knowledge, and Technology">
            <a:extLst>
              <a:ext uri="{FF2B5EF4-FFF2-40B4-BE49-F238E27FC236}">
                <a16:creationId xmlns:a16="http://schemas.microsoft.com/office/drawing/2014/main" id="{BF8BFCA8-7A46-EDAC-5722-97431DD2AC36}"/>
              </a:ext>
            </a:extLst>
          </p:cNvPr>
          <p:cNvPicPr>
            <a:picLocks noChangeAspect="1" noChangeArrowheads="1"/>
          </p:cNvPicPr>
          <p:nvPr/>
        </p:nvPicPr>
        <p:blipFill>
          <a:blip r:embed="rId2">
            <a:duotone>
              <a:prstClr val="black"/>
              <a:schemeClr val="tx1">
                <a:tint val="45000"/>
                <a:satMod val="400000"/>
              </a:schemeClr>
            </a:duotone>
            <a:alphaModFix/>
            <a:extLst>
              <a:ext uri="{28A0092B-C50C-407E-A947-70E740481C1C}">
                <a14:useLocalDpi xmlns:a14="http://schemas.microsoft.com/office/drawing/2010/main" val="0"/>
              </a:ext>
            </a:extLst>
          </a:blip>
          <a:srcRect/>
          <a:stretch>
            <a:fillRect/>
          </a:stretch>
        </p:blipFill>
        <p:spPr bwMode="auto">
          <a:xfrm flipH="1">
            <a:off x="2885937" y="0"/>
            <a:ext cx="68707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7480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afterEffect">
                                  <p:stCondLst>
                                    <p:cond delay="0"/>
                                  </p:stCondLst>
                                  <p:endCondLst>
                                    <p:cond evt="onNext" delay="0">
                                      <p:tgtEl>
                                        <p:sldTgt/>
                                      </p:tgtEl>
                                    </p:cond>
                                  </p:endCondLst>
                                  <p:childTnLst>
                                    <p:animRot by="43200000">
                                      <p:cBhvr>
                                        <p:cTn id="6" dur="5000" fill="hold"/>
                                        <p:tgtEl>
                                          <p:spTgt spid="1028"/>
                                        </p:tgtEl>
                                        <p:attrNameLst>
                                          <p:attrName>r</p:attrName>
                                        </p:attrNameLst>
                                      </p:cBhvr>
                                    </p:animRot>
                                  </p:childTnLst>
                                </p:cTn>
                              </p:par>
                              <p:par>
                                <p:cTn id="7" presetID="10" presetClass="entr" presetSubtype="0" fill="hold" grpId="0" nodeType="withEffect">
                                  <p:stCondLst>
                                    <p:cond delay="500"/>
                                  </p:stCondLst>
                                  <p:childTnLst>
                                    <p:set>
                                      <p:cBhvr>
                                        <p:cTn id="8" dur="1" fill="hold">
                                          <p:stCondLst>
                                            <p:cond delay="0"/>
                                          </p:stCondLst>
                                        </p:cTn>
                                        <p:tgtEl>
                                          <p:spTgt spid="2"/>
                                        </p:tgtEl>
                                        <p:attrNameLst>
                                          <p:attrName>style.visibility</p:attrName>
                                        </p:attrNameLst>
                                      </p:cBhvr>
                                      <p:to>
                                        <p:strVal val="visible"/>
                                      </p:to>
                                    </p:set>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0528F-1C1E-CDA5-B923-9142BD6E7A01}"/>
              </a:ext>
            </a:extLst>
          </p:cNvPr>
          <p:cNvSpPr>
            <a:spLocks noGrp="1"/>
          </p:cNvSpPr>
          <p:nvPr>
            <p:ph type="title"/>
          </p:nvPr>
        </p:nvSpPr>
        <p:spPr/>
        <p:txBody>
          <a:bodyPr/>
          <a:lstStyle/>
          <a:p>
            <a:r>
              <a:rPr lang="en-US" dirty="0"/>
              <a:t>Code Without Loops</a:t>
            </a:r>
          </a:p>
        </p:txBody>
      </p:sp>
      <p:sp>
        <p:nvSpPr>
          <p:cNvPr id="3" name="Content Placeholder 2">
            <a:extLst>
              <a:ext uri="{FF2B5EF4-FFF2-40B4-BE49-F238E27FC236}">
                <a16:creationId xmlns:a16="http://schemas.microsoft.com/office/drawing/2014/main" id="{B9AE62B5-7F60-EE8C-6D4F-DC569B4B336B}"/>
              </a:ext>
            </a:extLst>
          </p:cNvPr>
          <p:cNvSpPr>
            <a:spLocks noGrp="1"/>
          </p:cNvSpPr>
          <p:nvPr>
            <p:ph idx="1"/>
          </p:nvPr>
        </p:nvSpPr>
        <p:spPr>
          <a:xfrm>
            <a:off x="838200" y="1825625"/>
            <a:ext cx="3550920" cy="4351338"/>
          </a:xfrm>
        </p:spPr>
        <p:txBody>
          <a:bodyPr>
            <a:normAutofit/>
          </a:bodyPr>
          <a:lstStyle/>
          <a:p>
            <a:pPr marL="0" indent="0">
              <a:lnSpc>
                <a:spcPct val="80000"/>
              </a:lnSpc>
              <a:spcBef>
                <a:spcPts val="0"/>
              </a:spcBef>
              <a:buNone/>
            </a:pPr>
            <a:r>
              <a:rPr lang="en-US" sz="1800" b="0" dirty="0">
                <a:solidFill>
                  <a:srgbClr val="EBBBFF"/>
                </a:solidFill>
                <a:effectLst/>
                <a:latin typeface="Consolas" panose="020B0609020204030204" pitchFamily="49" charset="0"/>
              </a:rPr>
              <a:t>from</a:t>
            </a:r>
            <a:r>
              <a:rPr lang="en-US" sz="1800" b="0" dirty="0">
                <a:solidFill>
                  <a:srgbClr val="FFFFFF"/>
                </a:solidFill>
                <a:effectLst/>
                <a:latin typeface="Consolas" panose="020B0609020204030204" pitchFamily="49" charset="0"/>
              </a:rPr>
              <a:t> turtle </a:t>
            </a:r>
            <a:r>
              <a:rPr lang="en-US" sz="1800" b="0" dirty="0">
                <a:solidFill>
                  <a:srgbClr val="EBBBFF"/>
                </a:solidFill>
                <a:effectLst/>
                <a:latin typeface="Consolas" panose="020B0609020204030204" pitchFamily="49" charset="0"/>
              </a:rPr>
              <a:t>import</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a:solidFill>
                  <a:srgbClr val="BBDAFF"/>
                </a:solidFill>
                <a:effectLst/>
                <a:latin typeface="Consolas" panose="020B0609020204030204" pitchFamily="49" charset="0"/>
              </a:rPr>
              <a:t>Turtle()</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r>
              <a:rPr lang="en-US" sz="1800" b="0" dirty="0">
                <a:solidFill>
                  <a:srgbClr val="FFFFFF"/>
                </a:solidFill>
                <a:effectLst/>
                <a:latin typeface="Consolas" panose="020B0609020204030204" pitchFamily="49" charset="0"/>
              </a:rPr>
              <a:t>paper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getscreen</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paper.</a:t>
            </a:r>
            <a:r>
              <a:rPr lang="en-US" sz="1800" b="0" dirty="0" err="1">
                <a:solidFill>
                  <a:srgbClr val="BBDAFF"/>
                </a:solidFill>
                <a:effectLst/>
                <a:latin typeface="Consolas" panose="020B0609020204030204" pitchFamily="49" charset="0"/>
              </a:rPr>
              <a:t>bgcolor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"black"</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left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90</a:t>
            </a:r>
            <a:r>
              <a:rPr lang="en-US" sz="1800" b="0" dirty="0">
                <a:solidFill>
                  <a:srgbClr val="BBDAFF"/>
                </a:solidFill>
                <a:effectLst/>
                <a:latin typeface="Consolas" panose="020B0609020204030204" pitchFamily="49" charset="0"/>
              </a:rPr>
              <a:t>)</a:t>
            </a: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"red"</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speed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br>
              <a:rPr lang="en-US" sz="1800" b="0" dirty="0">
                <a:solidFill>
                  <a:srgbClr val="FFFFFF"/>
                </a:solidFill>
                <a:effectLst/>
                <a:latin typeface="Consolas" panose="020B0609020204030204" pitchFamily="49" charset="0"/>
              </a:rPr>
            </a:b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p:txBody>
      </p:sp>
      <p:sp>
        <p:nvSpPr>
          <p:cNvPr id="5" name="TextBox 4">
            <a:extLst>
              <a:ext uri="{FF2B5EF4-FFF2-40B4-BE49-F238E27FC236}">
                <a16:creationId xmlns:a16="http://schemas.microsoft.com/office/drawing/2014/main" id="{83AEE0F3-6EA7-948C-561D-2B6C8638A7EE}"/>
              </a:ext>
            </a:extLst>
          </p:cNvPr>
          <p:cNvSpPr txBox="1"/>
          <p:nvPr/>
        </p:nvSpPr>
        <p:spPr>
          <a:xfrm>
            <a:off x="4389120" y="1690688"/>
            <a:ext cx="2788920" cy="4085093"/>
          </a:xfrm>
          <a:prstGeom prst="rect">
            <a:avLst/>
          </a:prstGeom>
          <a:noFill/>
        </p:spPr>
        <p:txBody>
          <a:bodyPr wrap="square">
            <a:spAutoFit/>
          </a:bodyPr>
          <a:lstStyle/>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p>
          <a:p>
            <a:pPr marL="0" indent="0">
              <a:lnSpc>
                <a:spcPct val="80000"/>
              </a:lnSpc>
              <a:spcBef>
                <a:spcPts val="0"/>
              </a:spcBef>
              <a:buNone/>
            </a:pPr>
            <a:endParaRPr lang="en-US" dirty="0">
              <a:solidFill>
                <a:srgbClr val="BBDA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b="0" dirty="0">
              <a:solidFill>
                <a:srgbClr val="BBDAFF"/>
              </a:solidFill>
              <a:effectLst/>
              <a:latin typeface="Consolas" panose="020B0609020204030204" pitchFamily="49" charset="0"/>
            </a:endParaRPr>
          </a:p>
          <a:p>
            <a:pPr marL="0" indent="0">
              <a:lnSpc>
                <a:spcPct val="80000"/>
              </a:lnSpc>
              <a:spcBef>
                <a:spcPts val="0"/>
              </a:spcBef>
              <a:buNone/>
            </a:pPr>
            <a:r>
              <a:rPr lang="en-US" sz="1800" b="0" dirty="0">
                <a:solidFill>
                  <a:schemeClr val="tx2">
                    <a:lumMod val="50000"/>
                  </a:schemeClr>
                </a:solidFill>
                <a:effectLst/>
                <a:latin typeface="Consolas" panose="020B0609020204030204" pitchFamily="49" charset="0"/>
              </a:rPr>
              <a:t># and so on...</a:t>
            </a:r>
          </a:p>
          <a:p>
            <a:pPr marL="0" indent="0">
              <a:lnSpc>
                <a:spcPct val="80000"/>
              </a:lnSpc>
              <a:spcBef>
                <a:spcPts val="0"/>
              </a:spcBef>
              <a:buNone/>
            </a:pPr>
            <a:endParaRPr lang="en-US" sz="1800" dirty="0">
              <a:solidFill>
                <a:srgbClr val="FFFFFF"/>
              </a:solidFill>
              <a:latin typeface="Consolas" panose="020B0609020204030204" pitchFamily="49" charset="0"/>
            </a:endParaRPr>
          </a:p>
        </p:txBody>
      </p:sp>
      <p:pic>
        <p:nvPicPr>
          <p:cNvPr id="7" name="Picture 6">
            <a:extLst>
              <a:ext uri="{FF2B5EF4-FFF2-40B4-BE49-F238E27FC236}">
                <a16:creationId xmlns:a16="http://schemas.microsoft.com/office/drawing/2014/main" id="{B221076E-D1A2-8D90-71AD-F7A26D7385A3}"/>
              </a:ext>
            </a:extLst>
          </p:cNvPr>
          <p:cNvPicPr>
            <a:picLocks noChangeAspect="1"/>
          </p:cNvPicPr>
          <p:nvPr/>
        </p:nvPicPr>
        <p:blipFill>
          <a:blip r:embed="rId3"/>
          <a:stretch>
            <a:fillRect/>
          </a:stretch>
        </p:blipFill>
        <p:spPr>
          <a:xfrm>
            <a:off x="7603655" y="1880489"/>
            <a:ext cx="4050470" cy="3720780"/>
          </a:xfrm>
          <a:prstGeom prst="rect">
            <a:avLst/>
          </a:prstGeom>
        </p:spPr>
      </p:pic>
    </p:spTree>
    <p:extLst>
      <p:ext uri="{BB962C8B-B14F-4D97-AF65-F5344CB8AC3E}">
        <p14:creationId xmlns:p14="http://schemas.microsoft.com/office/powerpoint/2010/main" val="43820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500"/>
                                        <p:tgtEl>
                                          <p:spTgt spid="3"/>
                                        </p:tgtEl>
                                      </p:cBhvr>
                                    </p:animEffect>
                                  </p:childTnLst>
                                </p:cTn>
                              </p:par>
                            </p:childTnLst>
                          </p:cTn>
                        </p:par>
                        <p:par>
                          <p:cTn id="8" fill="hold">
                            <p:stCondLst>
                              <p:cond delay="15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20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0528F-1C1E-CDA5-B923-9142BD6E7A01}"/>
              </a:ext>
            </a:extLst>
          </p:cNvPr>
          <p:cNvSpPr>
            <a:spLocks noGrp="1"/>
          </p:cNvSpPr>
          <p:nvPr>
            <p:ph type="title"/>
          </p:nvPr>
        </p:nvSpPr>
        <p:spPr/>
        <p:txBody>
          <a:bodyPr/>
          <a:lstStyle/>
          <a:p>
            <a:r>
              <a:rPr lang="en-US" dirty="0"/>
              <a:t>Code </a:t>
            </a:r>
            <a:r>
              <a:rPr lang="en-US" b="1" dirty="0"/>
              <a:t>With</a:t>
            </a:r>
            <a:r>
              <a:rPr lang="en-US" dirty="0"/>
              <a:t> Loops</a:t>
            </a:r>
          </a:p>
        </p:txBody>
      </p:sp>
      <p:sp>
        <p:nvSpPr>
          <p:cNvPr id="3" name="Content Placeholder 2">
            <a:extLst>
              <a:ext uri="{FF2B5EF4-FFF2-40B4-BE49-F238E27FC236}">
                <a16:creationId xmlns:a16="http://schemas.microsoft.com/office/drawing/2014/main" id="{B9AE62B5-7F60-EE8C-6D4F-DC569B4B336B}"/>
              </a:ext>
            </a:extLst>
          </p:cNvPr>
          <p:cNvSpPr>
            <a:spLocks noGrp="1"/>
          </p:cNvSpPr>
          <p:nvPr>
            <p:ph idx="1"/>
          </p:nvPr>
        </p:nvSpPr>
        <p:spPr>
          <a:xfrm>
            <a:off x="838200" y="1825625"/>
            <a:ext cx="3550920" cy="4351338"/>
          </a:xfrm>
        </p:spPr>
        <p:txBody>
          <a:bodyPr>
            <a:normAutofit/>
          </a:bodyPr>
          <a:lstStyle/>
          <a:p>
            <a:pPr marL="0" indent="0">
              <a:lnSpc>
                <a:spcPct val="80000"/>
              </a:lnSpc>
              <a:spcBef>
                <a:spcPts val="0"/>
              </a:spcBef>
              <a:buNone/>
            </a:pPr>
            <a:r>
              <a:rPr lang="en-US" sz="1800" b="0" dirty="0">
                <a:solidFill>
                  <a:srgbClr val="EBBBFF"/>
                </a:solidFill>
                <a:effectLst/>
                <a:latin typeface="Consolas" panose="020B0609020204030204" pitchFamily="49" charset="0"/>
              </a:rPr>
              <a:t>from</a:t>
            </a:r>
            <a:r>
              <a:rPr lang="en-US" sz="1800" b="0" dirty="0">
                <a:solidFill>
                  <a:srgbClr val="FFFFFF"/>
                </a:solidFill>
                <a:effectLst/>
                <a:latin typeface="Consolas" panose="020B0609020204030204" pitchFamily="49" charset="0"/>
              </a:rPr>
              <a:t> turtle </a:t>
            </a:r>
            <a:r>
              <a:rPr lang="en-US" sz="1800" b="0" dirty="0">
                <a:solidFill>
                  <a:srgbClr val="EBBBFF"/>
                </a:solidFill>
                <a:effectLst/>
                <a:latin typeface="Consolas" panose="020B0609020204030204" pitchFamily="49" charset="0"/>
              </a:rPr>
              <a:t>import</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a:solidFill>
                  <a:srgbClr val="BBDAFF"/>
                </a:solidFill>
                <a:effectLst/>
                <a:latin typeface="Consolas" panose="020B0609020204030204" pitchFamily="49" charset="0"/>
              </a:rPr>
              <a:t>Turtle()</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r>
              <a:rPr lang="en-US" sz="1800" b="0" dirty="0">
                <a:solidFill>
                  <a:srgbClr val="FFFFFF"/>
                </a:solidFill>
                <a:effectLst/>
                <a:latin typeface="Consolas" panose="020B0609020204030204" pitchFamily="49" charset="0"/>
              </a:rPr>
              <a:t>paper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getscreen</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paper.</a:t>
            </a:r>
            <a:r>
              <a:rPr lang="en-US" sz="1800" b="0" dirty="0" err="1">
                <a:solidFill>
                  <a:srgbClr val="BBDAFF"/>
                </a:solidFill>
                <a:effectLst/>
                <a:latin typeface="Consolas" panose="020B0609020204030204" pitchFamily="49" charset="0"/>
              </a:rPr>
              <a:t>bgcolor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"black"</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left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90</a:t>
            </a:r>
            <a:r>
              <a:rPr lang="en-US" sz="1800" b="0" dirty="0">
                <a:solidFill>
                  <a:srgbClr val="BBDAFF"/>
                </a:solidFill>
                <a:effectLst/>
                <a:latin typeface="Consolas" panose="020B0609020204030204" pitchFamily="49" charset="0"/>
              </a:rPr>
              <a:t>)</a:t>
            </a: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"red"</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speed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br>
              <a:rPr lang="en-US" sz="1800" b="0" dirty="0">
                <a:solidFill>
                  <a:srgbClr val="FFFFFF"/>
                </a:solidFill>
                <a:effectLst/>
                <a:latin typeface="Consolas" panose="020B0609020204030204" pitchFamily="49" charset="0"/>
              </a:rPr>
            </a:b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p:txBody>
      </p:sp>
      <p:sp>
        <p:nvSpPr>
          <p:cNvPr id="5" name="TextBox 4">
            <a:extLst>
              <a:ext uri="{FF2B5EF4-FFF2-40B4-BE49-F238E27FC236}">
                <a16:creationId xmlns:a16="http://schemas.microsoft.com/office/drawing/2014/main" id="{83AEE0F3-6EA7-948C-561D-2B6C8638A7EE}"/>
              </a:ext>
            </a:extLst>
          </p:cNvPr>
          <p:cNvSpPr txBox="1"/>
          <p:nvPr/>
        </p:nvSpPr>
        <p:spPr>
          <a:xfrm>
            <a:off x="4389120" y="1690688"/>
            <a:ext cx="2788920" cy="4085093"/>
          </a:xfrm>
          <a:prstGeom prst="rect">
            <a:avLst/>
          </a:prstGeom>
          <a:noFill/>
        </p:spPr>
        <p:txBody>
          <a:bodyPr wrap="square">
            <a:spAutoFit/>
          </a:bodyPr>
          <a:lstStyle/>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p>
          <a:p>
            <a:pPr marL="0" indent="0">
              <a:lnSpc>
                <a:spcPct val="80000"/>
              </a:lnSpc>
              <a:spcBef>
                <a:spcPts val="0"/>
              </a:spcBef>
              <a:buNone/>
            </a:pPr>
            <a:endParaRPr lang="en-US" dirty="0">
              <a:solidFill>
                <a:srgbClr val="BBDA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b="0" dirty="0">
              <a:solidFill>
                <a:srgbClr val="BBDAFF"/>
              </a:solidFill>
              <a:effectLst/>
              <a:latin typeface="Consolas" panose="020B0609020204030204" pitchFamily="49" charset="0"/>
            </a:endParaRPr>
          </a:p>
          <a:p>
            <a:pPr marL="0" indent="0">
              <a:lnSpc>
                <a:spcPct val="80000"/>
              </a:lnSpc>
              <a:spcBef>
                <a:spcPts val="0"/>
              </a:spcBef>
              <a:buNone/>
            </a:pPr>
            <a:r>
              <a:rPr lang="en-US" sz="1800" b="0" dirty="0">
                <a:solidFill>
                  <a:schemeClr val="tx2">
                    <a:lumMod val="50000"/>
                  </a:schemeClr>
                </a:solidFill>
                <a:effectLst/>
                <a:latin typeface="Consolas" panose="020B0609020204030204" pitchFamily="49" charset="0"/>
              </a:rPr>
              <a:t># and so on...</a:t>
            </a:r>
          </a:p>
          <a:p>
            <a:pPr marL="0" indent="0">
              <a:lnSpc>
                <a:spcPct val="80000"/>
              </a:lnSpc>
              <a:spcBef>
                <a:spcPts val="0"/>
              </a:spcBef>
              <a:buNone/>
            </a:pPr>
            <a:endParaRPr lang="en-US" sz="1800" dirty="0">
              <a:solidFill>
                <a:srgbClr val="FFFFFF"/>
              </a:solidFill>
              <a:latin typeface="Consolas" panose="020B0609020204030204" pitchFamily="49" charset="0"/>
            </a:endParaRPr>
          </a:p>
        </p:txBody>
      </p:sp>
      <p:pic>
        <p:nvPicPr>
          <p:cNvPr id="7" name="Picture 6">
            <a:extLst>
              <a:ext uri="{FF2B5EF4-FFF2-40B4-BE49-F238E27FC236}">
                <a16:creationId xmlns:a16="http://schemas.microsoft.com/office/drawing/2014/main" id="{B221076E-D1A2-8D90-71AD-F7A26D7385A3}"/>
              </a:ext>
            </a:extLst>
          </p:cNvPr>
          <p:cNvPicPr>
            <a:picLocks noChangeAspect="1"/>
          </p:cNvPicPr>
          <p:nvPr/>
        </p:nvPicPr>
        <p:blipFill>
          <a:blip r:embed="rId3"/>
          <a:stretch>
            <a:fillRect/>
          </a:stretch>
        </p:blipFill>
        <p:spPr>
          <a:xfrm>
            <a:off x="7603655" y="1880489"/>
            <a:ext cx="4050470" cy="3720780"/>
          </a:xfrm>
          <a:prstGeom prst="rect">
            <a:avLst/>
          </a:prstGeom>
        </p:spPr>
      </p:pic>
    </p:spTree>
    <p:extLst>
      <p:ext uri="{BB962C8B-B14F-4D97-AF65-F5344CB8AC3E}">
        <p14:creationId xmlns:p14="http://schemas.microsoft.com/office/powerpoint/2010/main" val="14794658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0528F-1C1E-CDA5-B923-9142BD6E7A01}"/>
              </a:ext>
            </a:extLst>
          </p:cNvPr>
          <p:cNvSpPr>
            <a:spLocks noGrp="1"/>
          </p:cNvSpPr>
          <p:nvPr>
            <p:ph type="title"/>
          </p:nvPr>
        </p:nvSpPr>
        <p:spPr/>
        <p:txBody>
          <a:bodyPr/>
          <a:lstStyle/>
          <a:p>
            <a:r>
              <a:rPr lang="en-US" dirty="0"/>
              <a:t>Code </a:t>
            </a:r>
            <a:r>
              <a:rPr lang="en-US" b="1" dirty="0"/>
              <a:t>With</a:t>
            </a:r>
            <a:r>
              <a:rPr lang="en-US" dirty="0"/>
              <a:t> Loops</a:t>
            </a:r>
          </a:p>
        </p:txBody>
      </p:sp>
      <p:sp>
        <p:nvSpPr>
          <p:cNvPr id="3" name="Content Placeholder 2">
            <a:extLst>
              <a:ext uri="{FF2B5EF4-FFF2-40B4-BE49-F238E27FC236}">
                <a16:creationId xmlns:a16="http://schemas.microsoft.com/office/drawing/2014/main" id="{B9AE62B5-7F60-EE8C-6D4F-DC569B4B336B}"/>
              </a:ext>
            </a:extLst>
          </p:cNvPr>
          <p:cNvSpPr>
            <a:spLocks noGrp="1"/>
          </p:cNvSpPr>
          <p:nvPr>
            <p:ph idx="1"/>
          </p:nvPr>
        </p:nvSpPr>
        <p:spPr>
          <a:xfrm>
            <a:off x="838200" y="1825625"/>
            <a:ext cx="3550920" cy="4351338"/>
          </a:xfrm>
        </p:spPr>
        <p:txBody>
          <a:bodyPr>
            <a:normAutofit/>
          </a:bodyPr>
          <a:lstStyle/>
          <a:p>
            <a:pPr marL="0" indent="0">
              <a:lnSpc>
                <a:spcPct val="80000"/>
              </a:lnSpc>
              <a:spcBef>
                <a:spcPts val="0"/>
              </a:spcBef>
              <a:buNone/>
            </a:pPr>
            <a:r>
              <a:rPr lang="en-US" sz="1800" b="0" dirty="0">
                <a:solidFill>
                  <a:srgbClr val="EBBBFF"/>
                </a:solidFill>
                <a:effectLst/>
                <a:latin typeface="Consolas" panose="020B0609020204030204" pitchFamily="49" charset="0"/>
              </a:rPr>
              <a:t>from</a:t>
            </a:r>
            <a:r>
              <a:rPr lang="en-US" sz="1800" b="0" dirty="0">
                <a:solidFill>
                  <a:srgbClr val="FFFFFF"/>
                </a:solidFill>
                <a:effectLst/>
                <a:latin typeface="Consolas" panose="020B0609020204030204" pitchFamily="49" charset="0"/>
              </a:rPr>
              <a:t> turtle </a:t>
            </a:r>
            <a:r>
              <a:rPr lang="en-US" sz="1800" b="0" dirty="0">
                <a:solidFill>
                  <a:srgbClr val="EBBBFF"/>
                </a:solidFill>
                <a:effectLst/>
                <a:latin typeface="Consolas" panose="020B0609020204030204" pitchFamily="49" charset="0"/>
              </a:rPr>
              <a:t>import</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a:solidFill>
                  <a:srgbClr val="BBDAFF"/>
                </a:solidFill>
                <a:effectLst/>
                <a:latin typeface="Consolas" panose="020B0609020204030204" pitchFamily="49" charset="0"/>
              </a:rPr>
              <a:t>Turtle()</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r>
              <a:rPr lang="en-US" sz="1800" b="0" dirty="0">
                <a:solidFill>
                  <a:srgbClr val="FFFFFF"/>
                </a:solidFill>
                <a:effectLst/>
                <a:latin typeface="Consolas" panose="020B0609020204030204" pitchFamily="49" charset="0"/>
              </a:rPr>
              <a:t>paper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getscreen</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paper.</a:t>
            </a:r>
            <a:r>
              <a:rPr lang="en-US" sz="1800" b="0" dirty="0" err="1">
                <a:solidFill>
                  <a:srgbClr val="BBDAFF"/>
                </a:solidFill>
                <a:effectLst/>
                <a:latin typeface="Consolas" panose="020B0609020204030204" pitchFamily="49" charset="0"/>
              </a:rPr>
              <a:t>bgcolor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"black"</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left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90</a:t>
            </a:r>
            <a:r>
              <a:rPr lang="en-US" sz="1800" b="0" dirty="0">
                <a:solidFill>
                  <a:srgbClr val="BBDAFF"/>
                </a:solidFill>
                <a:effectLst/>
                <a:latin typeface="Consolas" panose="020B0609020204030204" pitchFamily="49" charset="0"/>
              </a:rPr>
              <a:t>)</a:t>
            </a: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"red"</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speed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br>
              <a:rPr lang="en-US" sz="1800" b="0" dirty="0">
                <a:solidFill>
                  <a:srgbClr val="FFFFFF"/>
                </a:solidFill>
                <a:effectLst/>
                <a:latin typeface="Consolas" panose="020B0609020204030204" pitchFamily="49" charset="0"/>
              </a:rPr>
            </a:b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forward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backward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right</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20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p:txBody>
      </p:sp>
      <p:sp>
        <p:nvSpPr>
          <p:cNvPr id="5" name="TextBox 4">
            <a:extLst>
              <a:ext uri="{FF2B5EF4-FFF2-40B4-BE49-F238E27FC236}">
                <a16:creationId xmlns:a16="http://schemas.microsoft.com/office/drawing/2014/main" id="{83AEE0F3-6EA7-948C-561D-2B6C8638A7EE}"/>
              </a:ext>
            </a:extLst>
          </p:cNvPr>
          <p:cNvSpPr txBox="1"/>
          <p:nvPr/>
        </p:nvSpPr>
        <p:spPr>
          <a:xfrm>
            <a:off x="4389120" y="1690688"/>
            <a:ext cx="2788920" cy="4085093"/>
          </a:xfrm>
          <a:prstGeom prst="rect">
            <a:avLst/>
          </a:prstGeom>
          <a:noFill/>
        </p:spPr>
        <p:txBody>
          <a:bodyPr wrap="square">
            <a:spAutoFit/>
          </a:bodyPr>
          <a:lstStyle/>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p>
          <a:p>
            <a:pPr marL="0" indent="0">
              <a:lnSpc>
                <a:spcPct val="80000"/>
              </a:lnSpc>
              <a:spcBef>
                <a:spcPts val="0"/>
              </a:spcBef>
              <a:buNone/>
            </a:pPr>
            <a:endParaRPr lang="en-US" dirty="0">
              <a:solidFill>
                <a:srgbClr val="BBDA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forward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backward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right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20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b="0" dirty="0">
              <a:solidFill>
                <a:srgbClr val="BBDAFF"/>
              </a:solidFill>
              <a:effectLst/>
              <a:latin typeface="Consolas" panose="020B0609020204030204" pitchFamily="49" charset="0"/>
            </a:endParaRPr>
          </a:p>
          <a:p>
            <a:pPr marL="0" indent="0">
              <a:lnSpc>
                <a:spcPct val="80000"/>
              </a:lnSpc>
              <a:spcBef>
                <a:spcPts val="0"/>
              </a:spcBef>
              <a:buNone/>
            </a:pPr>
            <a:r>
              <a:rPr lang="en-US" sz="1800" b="0" dirty="0">
                <a:solidFill>
                  <a:schemeClr val="tx2">
                    <a:lumMod val="50000"/>
                  </a:schemeClr>
                </a:solidFill>
                <a:effectLst/>
                <a:latin typeface="Consolas" panose="020B0609020204030204" pitchFamily="49" charset="0"/>
              </a:rPr>
              <a:t># and so on...</a:t>
            </a:r>
          </a:p>
          <a:p>
            <a:pPr marL="0" indent="0">
              <a:lnSpc>
                <a:spcPct val="80000"/>
              </a:lnSpc>
              <a:spcBef>
                <a:spcPts val="0"/>
              </a:spcBef>
              <a:buNone/>
            </a:pPr>
            <a:endParaRPr lang="en-US" sz="1800" dirty="0">
              <a:solidFill>
                <a:srgbClr val="FFFFFF"/>
              </a:solidFill>
              <a:latin typeface="Consolas" panose="020B0609020204030204" pitchFamily="49" charset="0"/>
            </a:endParaRPr>
          </a:p>
        </p:txBody>
      </p:sp>
      <p:pic>
        <p:nvPicPr>
          <p:cNvPr id="7" name="Picture 6">
            <a:extLst>
              <a:ext uri="{FF2B5EF4-FFF2-40B4-BE49-F238E27FC236}">
                <a16:creationId xmlns:a16="http://schemas.microsoft.com/office/drawing/2014/main" id="{B221076E-D1A2-8D90-71AD-F7A26D7385A3}"/>
              </a:ext>
            </a:extLst>
          </p:cNvPr>
          <p:cNvPicPr>
            <a:picLocks noChangeAspect="1"/>
          </p:cNvPicPr>
          <p:nvPr/>
        </p:nvPicPr>
        <p:blipFill>
          <a:blip r:embed="rId3"/>
          <a:stretch>
            <a:fillRect/>
          </a:stretch>
        </p:blipFill>
        <p:spPr>
          <a:xfrm>
            <a:off x="7603655" y="1880489"/>
            <a:ext cx="4050470" cy="3720780"/>
          </a:xfrm>
          <a:prstGeom prst="rect">
            <a:avLst/>
          </a:prstGeom>
        </p:spPr>
      </p:pic>
      <p:sp>
        <p:nvSpPr>
          <p:cNvPr id="6" name="Rectangle 5">
            <a:extLst>
              <a:ext uri="{FF2B5EF4-FFF2-40B4-BE49-F238E27FC236}">
                <a16:creationId xmlns:a16="http://schemas.microsoft.com/office/drawing/2014/main" id="{26B4DB37-CC4C-412F-09B4-DF6DA92BE836}"/>
              </a:ext>
            </a:extLst>
          </p:cNvPr>
          <p:cNvSpPr/>
          <p:nvPr/>
        </p:nvSpPr>
        <p:spPr>
          <a:xfrm>
            <a:off x="583595" y="4151376"/>
            <a:ext cx="3026664" cy="932688"/>
          </a:xfrm>
          <a:prstGeom prst="rect">
            <a:avLst/>
          </a:prstGeom>
          <a:solidFill>
            <a:schemeClr val="bg2">
              <a:lumMod val="95000"/>
              <a:lumOff val="5000"/>
            </a:schemeClr>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indent="0">
              <a:lnSpc>
                <a:spcPct val="80000"/>
              </a:lnSpc>
              <a:spcBef>
                <a:spcPts val="0"/>
              </a:spcBef>
              <a:buNone/>
            </a:pPr>
            <a:r>
              <a:rPr lang="en-US" sz="1800" b="1" dirty="0">
                <a:solidFill>
                  <a:srgbClr val="FFFFFF"/>
                </a:solidFill>
                <a:effectLst/>
                <a:latin typeface="Consolas" panose="020B0609020204030204" pitchFamily="49" charset="0"/>
              </a:rPr>
              <a:t>  </a:t>
            </a: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forward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a:solidFill>
                  <a:srgbClr val="FFFFFF"/>
                </a:solidFill>
                <a:effectLst/>
                <a:latin typeface="Consolas" panose="020B0609020204030204" pitchFamily="49" charset="0"/>
              </a:rPr>
              <a:t>  </a:t>
            </a: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backward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a:solidFill>
                  <a:srgbClr val="FFFFFF"/>
                </a:solidFill>
                <a:effectLst/>
                <a:latin typeface="Consolas" panose="020B0609020204030204" pitchFamily="49" charset="0"/>
              </a:rPr>
              <a:t>  </a:t>
            </a: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right</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20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3504562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B45C40-6D18-0062-BB1F-CBF59D9A1E4E}"/>
              </a:ext>
            </a:extLst>
          </p:cNvPr>
          <p:cNvSpPr/>
          <p:nvPr/>
        </p:nvSpPr>
        <p:spPr>
          <a:xfrm>
            <a:off x="838200" y="4151376"/>
            <a:ext cx="2590800" cy="932688"/>
          </a:xfrm>
          <a:prstGeom prst="rect">
            <a:avLst/>
          </a:prstGeom>
          <a:solidFill>
            <a:schemeClr val="bg2">
              <a:lumMod val="95000"/>
              <a:lumOff val="5000"/>
            </a:schemeClr>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10528F-1C1E-CDA5-B923-9142BD6E7A01}"/>
              </a:ext>
            </a:extLst>
          </p:cNvPr>
          <p:cNvSpPr>
            <a:spLocks noGrp="1"/>
          </p:cNvSpPr>
          <p:nvPr>
            <p:ph type="title"/>
          </p:nvPr>
        </p:nvSpPr>
        <p:spPr/>
        <p:txBody>
          <a:bodyPr/>
          <a:lstStyle/>
          <a:p>
            <a:r>
              <a:rPr lang="en-US" dirty="0"/>
              <a:t>Code </a:t>
            </a:r>
            <a:r>
              <a:rPr lang="en-US" b="1" dirty="0"/>
              <a:t>With</a:t>
            </a:r>
            <a:r>
              <a:rPr lang="en-US" dirty="0"/>
              <a:t> Loops</a:t>
            </a:r>
          </a:p>
        </p:txBody>
      </p:sp>
      <p:sp>
        <p:nvSpPr>
          <p:cNvPr id="3" name="Content Placeholder 2">
            <a:extLst>
              <a:ext uri="{FF2B5EF4-FFF2-40B4-BE49-F238E27FC236}">
                <a16:creationId xmlns:a16="http://schemas.microsoft.com/office/drawing/2014/main" id="{B9AE62B5-7F60-EE8C-6D4F-DC569B4B336B}"/>
              </a:ext>
            </a:extLst>
          </p:cNvPr>
          <p:cNvSpPr>
            <a:spLocks noGrp="1"/>
          </p:cNvSpPr>
          <p:nvPr>
            <p:ph idx="1"/>
          </p:nvPr>
        </p:nvSpPr>
        <p:spPr>
          <a:xfrm>
            <a:off x="838200" y="1825625"/>
            <a:ext cx="3550920" cy="4351338"/>
          </a:xfrm>
        </p:spPr>
        <p:txBody>
          <a:bodyPr>
            <a:normAutofit/>
          </a:bodyPr>
          <a:lstStyle/>
          <a:p>
            <a:pPr marL="0" indent="0">
              <a:lnSpc>
                <a:spcPct val="80000"/>
              </a:lnSpc>
              <a:spcBef>
                <a:spcPts val="0"/>
              </a:spcBef>
              <a:buNone/>
            </a:pPr>
            <a:r>
              <a:rPr lang="en-US" sz="1800" b="0" dirty="0">
                <a:solidFill>
                  <a:srgbClr val="EBBBFF"/>
                </a:solidFill>
                <a:effectLst/>
                <a:latin typeface="Consolas" panose="020B0609020204030204" pitchFamily="49" charset="0"/>
              </a:rPr>
              <a:t>from</a:t>
            </a:r>
            <a:r>
              <a:rPr lang="en-US" sz="1800" b="0" dirty="0">
                <a:solidFill>
                  <a:srgbClr val="FFFFFF"/>
                </a:solidFill>
                <a:effectLst/>
                <a:latin typeface="Consolas" panose="020B0609020204030204" pitchFamily="49" charset="0"/>
              </a:rPr>
              <a:t> turtle </a:t>
            </a:r>
            <a:r>
              <a:rPr lang="en-US" sz="1800" b="0" dirty="0">
                <a:solidFill>
                  <a:srgbClr val="EBBBFF"/>
                </a:solidFill>
                <a:effectLst/>
                <a:latin typeface="Consolas" panose="020B0609020204030204" pitchFamily="49" charset="0"/>
              </a:rPr>
              <a:t>import</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a:solidFill>
                  <a:srgbClr val="BBDAFF"/>
                </a:solidFill>
                <a:effectLst/>
                <a:latin typeface="Consolas" panose="020B0609020204030204" pitchFamily="49" charset="0"/>
              </a:rPr>
              <a:t>Turtle()</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r>
              <a:rPr lang="en-US" sz="1800" b="0" dirty="0">
                <a:solidFill>
                  <a:srgbClr val="FFFFFF"/>
                </a:solidFill>
                <a:effectLst/>
                <a:latin typeface="Consolas" panose="020B0609020204030204" pitchFamily="49" charset="0"/>
              </a:rPr>
              <a:t>paper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getscreen</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paper.</a:t>
            </a:r>
            <a:r>
              <a:rPr lang="en-US" sz="1800" b="0" dirty="0" err="1">
                <a:solidFill>
                  <a:srgbClr val="BBDAFF"/>
                </a:solidFill>
                <a:effectLst/>
                <a:latin typeface="Consolas" panose="020B0609020204030204" pitchFamily="49" charset="0"/>
              </a:rPr>
              <a:t>bgcolor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"black"</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left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90</a:t>
            </a:r>
            <a:r>
              <a:rPr lang="en-US" sz="1800" b="0" dirty="0">
                <a:solidFill>
                  <a:srgbClr val="BBDAFF"/>
                </a:solidFill>
                <a:effectLst/>
                <a:latin typeface="Consolas" panose="020B0609020204030204" pitchFamily="49" charset="0"/>
              </a:rPr>
              <a:t>)</a:t>
            </a: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"red"</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speed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br>
              <a:rPr lang="en-US" sz="1800" b="0" dirty="0">
                <a:solidFill>
                  <a:srgbClr val="FFFFFF"/>
                </a:solidFill>
                <a:effectLst/>
                <a:latin typeface="Consolas" panose="020B0609020204030204" pitchFamily="49" charset="0"/>
              </a:rPr>
            </a:b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forward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backward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right</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20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p:txBody>
      </p:sp>
      <p:pic>
        <p:nvPicPr>
          <p:cNvPr id="7" name="Picture 6">
            <a:extLst>
              <a:ext uri="{FF2B5EF4-FFF2-40B4-BE49-F238E27FC236}">
                <a16:creationId xmlns:a16="http://schemas.microsoft.com/office/drawing/2014/main" id="{B221076E-D1A2-8D90-71AD-F7A26D7385A3}"/>
              </a:ext>
            </a:extLst>
          </p:cNvPr>
          <p:cNvPicPr>
            <a:picLocks noChangeAspect="1"/>
          </p:cNvPicPr>
          <p:nvPr/>
        </p:nvPicPr>
        <p:blipFill>
          <a:blip r:embed="rId3"/>
          <a:stretch>
            <a:fillRect/>
          </a:stretch>
        </p:blipFill>
        <p:spPr>
          <a:xfrm>
            <a:off x="7603655" y="1880489"/>
            <a:ext cx="4050470" cy="3720780"/>
          </a:xfrm>
          <a:prstGeom prst="rect">
            <a:avLst/>
          </a:prstGeom>
        </p:spPr>
      </p:pic>
      <p:sp>
        <p:nvSpPr>
          <p:cNvPr id="8" name="Rectangle 7">
            <a:extLst>
              <a:ext uri="{FF2B5EF4-FFF2-40B4-BE49-F238E27FC236}">
                <a16:creationId xmlns:a16="http://schemas.microsoft.com/office/drawing/2014/main" id="{69464E5F-38EB-C99A-669F-758DBA7F4216}"/>
              </a:ext>
            </a:extLst>
          </p:cNvPr>
          <p:cNvSpPr/>
          <p:nvPr/>
        </p:nvSpPr>
        <p:spPr>
          <a:xfrm>
            <a:off x="583595" y="4151376"/>
            <a:ext cx="3026664" cy="932688"/>
          </a:xfrm>
          <a:prstGeom prst="rect">
            <a:avLst/>
          </a:prstGeom>
          <a:solidFill>
            <a:schemeClr val="bg2">
              <a:lumMod val="95000"/>
              <a:lumOff val="5000"/>
            </a:schemeClr>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indent="0">
              <a:lnSpc>
                <a:spcPct val="80000"/>
              </a:lnSpc>
              <a:spcBef>
                <a:spcPts val="0"/>
              </a:spcBef>
              <a:buNone/>
            </a:pPr>
            <a:r>
              <a:rPr lang="en-US" sz="1800" b="1" dirty="0">
                <a:solidFill>
                  <a:srgbClr val="FFFFFF"/>
                </a:solidFill>
                <a:effectLst/>
                <a:latin typeface="Consolas" panose="020B0609020204030204" pitchFamily="49" charset="0"/>
              </a:rPr>
              <a:t>  </a:t>
            </a: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forward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a:solidFill>
                  <a:srgbClr val="FFFFFF"/>
                </a:solidFill>
                <a:effectLst/>
                <a:latin typeface="Consolas" panose="020B0609020204030204" pitchFamily="49" charset="0"/>
              </a:rPr>
              <a:t>  </a:t>
            </a: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backward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a:solidFill>
                  <a:srgbClr val="FFFFFF"/>
                </a:solidFill>
                <a:effectLst/>
                <a:latin typeface="Consolas" panose="020B0609020204030204" pitchFamily="49" charset="0"/>
              </a:rPr>
              <a:t>  </a:t>
            </a: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right</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20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442505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B45C40-6D18-0062-BB1F-CBF59D9A1E4E}"/>
              </a:ext>
            </a:extLst>
          </p:cNvPr>
          <p:cNvSpPr/>
          <p:nvPr/>
        </p:nvSpPr>
        <p:spPr>
          <a:xfrm>
            <a:off x="838200" y="4151376"/>
            <a:ext cx="2590800" cy="932688"/>
          </a:xfrm>
          <a:prstGeom prst="rect">
            <a:avLst/>
          </a:prstGeom>
          <a:solidFill>
            <a:schemeClr val="bg2">
              <a:lumMod val="95000"/>
              <a:lumOff val="5000"/>
            </a:schemeClr>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10528F-1C1E-CDA5-B923-9142BD6E7A01}"/>
              </a:ext>
            </a:extLst>
          </p:cNvPr>
          <p:cNvSpPr>
            <a:spLocks noGrp="1"/>
          </p:cNvSpPr>
          <p:nvPr>
            <p:ph type="title"/>
          </p:nvPr>
        </p:nvSpPr>
        <p:spPr/>
        <p:txBody>
          <a:bodyPr/>
          <a:lstStyle/>
          <a:p>
            <a:r>
              <a:rPr lang="en-US" dirty="0"/>
              <a:t>Code </a:t>
            </a:r>
            <a:r>
              <a:rPr lang="en-US" b="1" dirty="0"/>
              <a:t>With</a:t>
            </a:r>
            <a:r>
              <a:rPr lang="en-US" dirty="0"/>
              <a:t> Loops</a:t>
            </a:r>
          </a:p>
        </p:txBody>
      </p:sp>
      <p:sp>
        <p:nvSpPr>
          <p:cNvPr id="3" name="Content Placeholder 2">
            <a:extLst>
              <a:ext uri="{FF2B5EF4-FFF2-40B4-BE49-F238E27FC236}">
                <a16:creationId xmlns:a16="http://schemas.microsoft.com/office/drawing/2014/main" id="{B9AE62B5-7F60-EE8C-6D4F-DC569B4B336B}"/>
              </a:ext>
            </a:extLst>
          </p:cNvPr>
          <p:cNvSpPr>
            <a:spLocks noGrp="1"/>
          </p:cNvSpPr>
          <p:nvPr>
            <p:ph idx="1"/>
          </p:nvPr>
        </p:nvSpPr>
        <p:spPr>
          <a:xfrm>
            <a:off x="838200" y="1825625"/>
            <a:ext cx="3550920" cy="4351338"/>
          </a:xfrm>
        </p:spPr>
        <p:txBody>
          <a:bodyPr>
            <a:normAutofit/>
          </a:bodyPr>
          <a:lstStyle/>
          <a:p>
            <a:pPr marL="0" indent="0">
              <a:lnSpc>
                <a:spcPct val="80000"/>
              </a:lnSpc>
              <a:spcBef>
                <a:spcPts val="0"/>
              </a:spcBef>
              <a:buNone/>
            </a:pPr>
            <a:r>
              <a:rPr lang="en-US" sz="1800" b="0" dirty="0">
                <a:solidFill>
                  <a:srgbClr val="EBBBFF"/>
                </a:solidFill>
                <a:effectLst/>
                <a:latin typeface="Consolas" panose="020B0609020204030204" pitchFamily="49" charset="0"/>
              </a:rPr>
              <a:t>from</a:t>
            </a:r>
            <a:r>
              <a:rPr lang="en-US" sz="1800" b="0" dirty="0">
                <a:solidFill>
                  <a:srgbClr val="FFFFFF"/>
                </a:solidFill>
                <a:effectLst/>
                <a:latin typeface="Consolas" panose="020B0609020204030204" pitchFamily="49" charset="0"/>
              </a:rPr>
              <a:t> turtle </a:t>
            </a:r>
            <a:r>
              <a:rPr lang="en-US" sz="1800" b="0" dirty="0">
                <a:solidFill>
                  <a:srgbClr val="EBBBFF"/>
                </a:solidFill>
                <a:effectLst/>
                <a:latin typeface="Consolas" panose="020B0609020204030204" pitchFamily="49" charset="0"/>
              </a:rPr>
              <a:t>import</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a:solidFill>
                  <a:srgbClr val="BBDAFF"/>
                </a:solidFill>
                <a:effectLst/>
                <a:latin typeface="Consolas" panose="020B0609020204030204" pitchFamily="49" charset="0"/>
              </a:rPr>
              <a:t>Turtle()</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r>
              <a:rPr lang="en-US" sz="1800" b="0" dirty="0">
                <a:solidFill>
                  <a:srgbClr val="FFFFFF"/>
                </a:solidFill>
                <a:effectLst/>
                <a:latin typeface="Consolas" panose="020B0609020204030204" pitchFamily="49" charset="0"/>
              </a:rPr>
              <a:t>paper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getscreen</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paper.</a:t>
            </a:r>
            <a:r>
              <a:rPr lang="en-US" sz="1800" b="0" dirty="0" err="1">
                <a:solidFill>
                  <a:srgbClr val="BBDAFF"/>
                </a:solidFill>
                <a:effectLst/>
                <a:latin typeface="Consolas" panose="020B0609020204030204" pitchFamily="49" charset="0"/>
              </a:rPr>
              <a:t>bgcolor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"black"</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left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90</a:t>
            </a:r>
            <a:r>
              <a:rPr lang="en-US" sz="1800" b="0" dirty="0">
                <a:solidFill>
                  <a:srgbClr val="BBDAFF"/>
                </a:solidFill>
                <a:effectLst/>
                <a:latin typeface="Consolas" panose="020B0609020204030204" pitchFamily="49" charset="0"/>
              </a:rPr>
              <a:t>)</a:t>
            </a: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"red"</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speed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br>
              <a:rPr lang="en-US" sz="1800" b="0" dirty="0">
                <a:solidFill>
                  <a:srgbClr val="FFFFFF"/>
                </a:solidFill>
                <a:effectLst/>
                <a:latin typeface="Consolas" panose="020B0609020204030204" pitchFamily="49" charset="0"/>
              </a:rPr>
            </a:b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forward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backward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right</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20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p:txBody>
      </p:sp>
      <p:pic>
        <p:nvPicPr>
          <p:cNvPr id="7" name="Picture 6">
            <a:extLst>
              <a:ext uri="{FF2B5EF4-FFF2-40B4-BE49-F238E27FC236}">
                <a16:creationId xmlns:a16="http://schemas.microsoft.com/office/drawing/2014/main" id="{B221076E-D1A2-8D90-71AD-F7A26D7385A3}"/>
              </a:ext>
            </a:extLst>
          </p:cNvPr>
          <p:cNvPicPr>
            <a:picLocks noChangeAspect="1"/>
          </p:cNvPicPr>
          <p:nvPr/>
        </p:nvPicPr>
        <p:blipFill>
          <a:blip r:embed="rId3"/>
          <a:stretch>
            <a:fillRect/>
          </a:stretch>
        </p:blipFill>
        <p:spPr>
          <a:xfrm>
            <a:off x="7603655" y="1880489"/>
            <a:ext cx="4050470" cy="3720780"/>
          </a:xfrm>
          <a:prstGeom prst="rect">
            <a:avLst/>
          </a:prstGeom>
        </p:spPr>
      </p:pic>
      <p:sp>
        <p:nvSpPr>
          <p:cNvPr id="8" name="Rectangle 7">
            <a:extLst>
              <a:ext uri="{FF2B5EF4-FFF2-40B4-BE49-F238E27FC236}">
                <a16:creationId xmlns:a16="http://schemas.microsoft.com/office/drawing/2014/main" id="{69464E5F-38EB-C99A-669F-758DBA7F4216}"/>
              </a:ext>
            </a:extLst>
          </p:cNvPr>
          <p:cNvSpPr/>
          <p:nvPr/>
        </p:nvSpPr>
        <p:spPr>
          <a:xfrm>
            <a:off x="54864" y="1880489"/>
            <a:ext cx="7406640" cy="4612386"/>
          </a:xfrm>
          <a:prstGeom prst="rect">
            <a:avLst/>
          </a:prstGeom>
          <a:solidFill>
            <a:schemeClr val="bg2">
              <a:lumMod val="95000"/>
              <a:lumOff val="5000"/>
            </a:schemeClr>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indent="0">
              <a:lnSpc>
                <a:spcPct val="80000"/>
              </a:lnSpc>
              <a:spcBef>
                <a:spcPts val="0"/>
              </a:spcBef>
              <a:buNone/>
            </a:pPr>
            <a:r>
              <a:rPr lang="en-US" sz="4400" b="1" dirty="0">
                <a:solidFill>
                  <a:srgbClr val="FFFFFF"/>
                </a:solidFill>
                <a:effectLst/>
                <a:latin typeface="Consolas" panose="020B0609020204030204" pitchFamily="49" charset="0"/>
              </a:rPr>
              <a:t>  </a:t>
            </a:r>
            <a:r>
              <a:rPr lang="en-US" sz="4400" dirty="0" err="1">
                <a:solidFill>
                  <a:srgbClr val="FFFFFF"/>
                </a:solidFill>
                <a:effectLst/>
                <a:latin typeface="Consolas" panose="020B0609020204030204" pitchFamily="49" charset="0"/>
              </a:rPr>
              <a:t>sambi.</a:t>
            </a:r>
            <a:r>
              <a:rPr lang="en-US" sz="4400" dirty="0" err="1">
                <a:solidFill>
                  <a:srgbClr val="BBDAFF"/>
                </a:solidFill>
                <a:effectLst/>
                <a:latin typeface="Consolas" panose="020B0609020204030204" pitchFamily="49" charset="0"/>
              </a:rPr>
              <a:t>forward</a:t>
            </a:r>
            <a:r>
              <a:rPr lang="en-US" sz="4400" dirty="0">
                <a:solidFill>
                  <a:srgbClr val="BBDAFF"/>
                </a:solidFill>
                <a:effectLst/>
                <a:latin typeface="Consolas" panose="020B0609020204030204" pitchFamily="49" charset="0"/>
              </a:rPr>
              <a:t>(</a:t>
            </a:r>
            <a:r>
              <a:rPr lang="en-US" sz="4400" dirty="0">
                <a:solidFill>
                  <a:srgbClr val="FFC58F"/>
                </a:solidFill>
                <a:effectLst/>
                <a:latin typeface="Consolas" panose="020B0609020204030204" pitchFamily="49" charset="0"/>
              </a:rPr>
              <a:t>100</a:t>
            </a:r>
            <a:r>
              <a:rPr lang="en-US" sz="4400" dirty="0">
                <a:solidFill>
                  <a:srgbClr val="BBDAFF"/>
                </a:solidFill>
                <a:effectLst/>
                <a:latin typeface="Consolas" panose="020B0609020204030204" pitchFamily="49" charset="0"/>
              </a:rPr>
              <a:t>)</a:t>
            </a:r>
            <a:endParaRPr lang="en-US" sz="4400" dirty="0">
              <a:solidFill>
                <a:srgbClr val="FFFFFF"/>
              </a:solidFill>
              <a:effectLst/>
              <a:latin typeface="Consolas" panose="020B0609020204030204" pitchFamily="49" charset="0"/>
            </a:endParaRPr>
          </a:p>
          <a:p>
            <a:pPr marL="0" indent="0">
              <a:lnSpc>
                <a:spcPct val="80000"/>
              </a:lnSpc>
              <a:spcBef>
                <a:spcPts val="0"/>
              </a:spcBef>
              <a:buNone/>
            </a:pPr>
            <a:r>
              <a:rPr lang="en-US" sz="4400" dirty="0">
                <a:solidFill>
                  <a:srgbClr val="FFFFFF"/>
                </a:solidFill>
                <a:effectLst/>
                <a:latin typeface="Consolas" panose="020B0609020204030204" pitchFamily="49" charset="0"/>
              </a:rPr>
              <a:t>  </a:t>
            </a:r>
            <a:r>
              <a:rPr lang="en-US" sz="4400" dirty="0" err="1">
                <a:solidFill>
                  <a:srgbClr val="FFFFFF"/>
                </a:solidFill>
                <a:effectLst/>
                <a:latin typeface="Consolas" panose="020B0609020204030204" pitchFamily="49" charset="0"/>
              </a:rPr>
              <a:t>sambi.</a:t>
            </a:r>
            <a:r>
              <a:rPr lang="en-US" sz="4400" dirty="0" err="1">
                <a:solidFill>
                  <a:srgbClr val="BBDAFF"/>
                </a:solidFill>
                <a:effectLst/>
                <a:latin typeface="Consolas" panose="020B0609020204030204" pitchFamily="49" charset="0"/>
              </a:rPr>
              <a:t>backward</a:t>
            </a:r>
            <a:r>
              <a:rPr lang="en-US" sz="4400" dirty="0">
                <a:solidFill>
                  <a:srgbClr val="BBDAFF"/>
                </a:solidFill>
                <a:effectLst/>
                <a:latin typeface="Consolas" panose="020B0609020204030204" pitchFamily="49" charset="0"/>
              </a:rPr>
              <a:t>(</a:t>
            </a:r>
            <a:r>
              <a:rPr lang="en-US" sz="4400" dirty="0">
                <a:solidFill>
                  <a:srgbClr val="FFC58F"/>
                </a:solidFill>
                <a:effectLst/>
                <a:latin typeface="Consolas" panose="020B0609020204030204" pitchFamily="49" charset="0"/>
              </a:rPr>
              <a:t>100</a:t>
            </a:r>
            <a:r>
              <a:rPr lang="en-US" sz="4400" dirty="0">
                <a:solidFill>
                  <a:srgbClr val="BBDAFF"/>
                </a:solidFill>
                <a:effectLst/>
                <a:latin typeface="Consolas" panose="020B0609020204030204" pitchFamily="49" charset="0"/>
              </a:rPr>
              <a:t>)</a:t>
            </a:r>
            <a:endParaRPr lang="en-US" sz="4400" dirty="0">
              <a:solidFill>
                <a:srgbClr val="FFFFFF"/>
              </a:solidFill>
              <a:effectLst/>
              <a:latin typeface="Consolas" panose="020B0609020204030204" pitchFamily="49" charset="0"/>
            </a:endParaRPr>
          </a:p>
          <a:p>
            <a:pPr marL="0" indent="0">
              <a:lnSpc>
                <a:spcPct val="80000"/>
              </a:lnSpc>
              <a:spcBef>
                <a:spcPts val="0"/>
              </a:spcBef>
              <a:buNone/>
            </a:pPr>
            <a:r>
              <a:rPr lang="en-US" sz="4400" dirty="0">
                <a:solidFill>
                  <a:srgbClr val="FFFFFF"/>
                </a:solidFill>
                <a:effectLst/>
                <a:latin typeface="Consolas" panose="020B0609020204030204" pitchFamily="49" charset="0"/>
              </a:rPr>
              <a:t>  </a:t>
            </a:r>
            <a:r>
              <a:rPr lang="en-US" sz="4400" dirty="0" err="1">
                <a:solidFill>
                  <a:srgbClr val="FFFFFF"/>
                </a:solidFill>
                <a:effectLst/>
                <a:latin typeface="Consolas" panose="020B0609020204030204" pitchFamily="49" charset="0"/>
              </a:rPr>
              <a:t>sambi.</a:t>
            </a:r>
            <a:r>
              <a:rPr lang="en-US" sz="4400" dirty="0" err="1">
                <a:solidFill>
                  <a:srgbClr val="BBDAFF"/>
                </a:solidFill>
                <a:effectLst/>
                <a:latin typeface="Consolas" panose="020B0609020204030204" pitchFamily="49" charset="0"/>
              </a:rPr>
              <a:t>right</a:t>
            </a:r>
            <a:r>
              <a:rPr lang="en-US" sz="4400" dirty="0">
                <a:solidFill>
                  <a:srgbClr val="BBDAFF"/>
                </a:solidFill>
                <a:effectLst/>
                <a:latin typeface="Consolas" panose="020B0609020204030204" pitchFamily="49" charset="0"/>
              </a:rPr>
              <a:t>(</a:t>
            </a:r>
            <a:r>
              <a:rPr lang="en-US" sz="4400" dirty="0">
                <a:solidFill>
                  <a:srgbClr val="FFC58F"/>
                </a:solidFill>
                <a:effectLst/>
                <a:latin typeface="Consolas" panose="020B0609020204030204" pitchFamily="49" charset="0"/>
              </a:rPr>
              <a:t>20</a:t>
            </a:r>
            <a:r>
              <a:rPr lang="en-US" sz="4400" dirty="0">
                <a:solidFill>
                  <a:srgbClr val="BBDAFF"/>
                </a:solidFill>
                <a:effectLst/>
                <a:latin typeface="Consolas" panose="020B0609020204030204" pitchFamily="49" charset="0"/>
              </a:rPr>
              <a:t>)</a:t>
            </a:r>
            <a:endParaRPr lang="en-US" sz="4400" dirty="0">
              <a:solidFill>
                <a:srgbClr val="FFFFFF"/>
              </a:solidFill>
              <a:effectLst/>
              <a:latin typeface="Consolas" panose="020B0609020204030204" pitchFamily="49" charset="0"/>
            </a:endParaRPr>
          </a:p>
        </p:txBody>
      </p:sp>
    </p:spTree>
    <p:extLst>
      <p:ext uri="{BB962C8B-B14F-4D97-AF65-F5344CB8AC3E}">
        <p14:creationId xmlns:p14="http://schemas.microsoft.com/office/powerpoint/2010/main" val="2550886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B45C40-6D18-0062-BB1F-CBF59D9A1E4E}"/>
              </a:ext>
            </a:extLst>
          </p:cNvPr>
          <p:cNvSpPr/>
          <p:nvPr/>
        </p:nvSpPr>
        <p:spPr>
          <a:xfrm>
            <a:off x="838200" y="4151376"/>
            <a:ext cx="2590800" cy="932688"/>
          </a:xfrm>
          <a:prstGeom prst="rect">
            <a:avLst/>
          </a:prstGeom>
          <a:solidFill>
            <a:schemeClr val="bg2">
              <a:lumMod val="95000"/>
              <a:lumOff val="5000"/>
            </a:schemeClr>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10528F-1C1E-CDA5-B923-9142BD6E7A01}"/>
              </a:ext>
            </a:extLst>
          </p:cNvPr>
          <p:cNvSpPr>
            <a:spLocks noGrp="1"/>
          </p:cNvSpPr>
          <p:nvPr>
            <p:ph type="title"/>
          </p:nvPr>
        </p:nvSpPr>
        <p:spPr/>
        <p:txBody>
          <a:bodyPr/>
          <a:lstStyle/>
          <a:p>
            <a:r>
              <a:rPr lang="en-US" dirty="0"/>
              <a:t>Code </a:t>
            </a:r>
            <a:r>
              <a:rPr lang="en-US" b="1" dirty="0"/>
              <a:t>With</a:t>
            </a:r>
            <a:r>
              <a:rPr lang="en-US" dirty="0"/>
              <a:t> Loops</a:t>
            </a:r>
          </a:p>
        </p:txBody>
      </p:sp>
      <p:sp>
        <p:nvSpPr>
          <p:cNvPr id="3" name="Content Placeholder 2">
            <a:extLst>
              <a:ext uri="{FF2B5EF4-FFF2-40B4-BE49-F238E27FC236}">
                <a16:creationId xmlns:a16="http://schemas.microsoft.com/office/drawing/2014/main" id="{B9AE62B5-7F60-EE8C-6D4F-DC569B4B336B}"/>
              </a:ext>
            </a:extLst>
          </p:cNvPr>
          <p:cNvSpPr>
            <a:spLocks noGrp="1"/>
          </p:cNvSpPr>
          <p:nvPr>
            <p:ph idx="1"/>
          </p:nvPr>
        </p:nvSpPr>
        <p:spPr>
          <a:xfrm>
            <a:off x="838200" y="1825625"/>
            <a:ext cx="3550920" cy="4351338"/>
          </a:xfrm>
        </p:spPr>
        <p:txBody>
          <a:bodyPr>
            <a:normAutofit/>
          </a:bodyPr>
          <a:lstStyle/>
          <a:p>
            <a:pPr marL="0" indent="0">
              <a:lnSpc>
                <a:spcPct val="80000"/>
              </a:lnSpc>
              <a:spcBef>
                <a:spcPts val="0"/>
              </a:spcBef>
              <a:buNone/>
            </a:pPr>
            <a:r>
              <a:rPr lang="en-US" sz="1800" b="0" dirty="0">
                <a:solidFill>
                  <a:srgbClr val="EBBBFF"/>
                </a:solidFill>
                <a:effectLst/>
                <a:latin typeface="Consolas" panose="020B0609020204030204" pitchFamily="49" charset="0"/>
              </a:rPr>
              <a:t>from</a:t>
            </a:r>
            <a:r>
              <a:rPr lang="en-US" sz="1800" b="0" dirty="0">
                <a:solidFill>
                  <a:srgbClr val="FFFFFF"/>
                </a:solidFill>
                <a:effectLst/>
                <a:latin typeface="Consolas" panose="020B0609020204030204" pitchFamily="49" charset="0"/>
              </a:rPr>
              <a:t> turtle </a:t>
            </a:r>
            <a:r>
              <a:rPr lang="en-US" sz="1800" b="0" dirty="0">
                <a:solidFill>
                  <a:srgbClr val="EBBBFF"/>
                </a:solidFill>
                <a:effectLst/>
                <a:latin typeface="Consolas" panose="020B0609020204030204" pitchFamily="49" charset="0"/>
              </a:rPr>
              <a:t>import</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a:solidFill>
                  <a:srgbClr val="BBDAFF"/>
                </a:solidFill>
                <a:effectLst/>
                <a:latin typeface="Consolas" panose="020B0609020204030204" pitchFamily="49" charset="0"/>
              </a:rPr>
              <a:t>Turtle()</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r>
              <a:rPr lang="en-US" sz="1800" b="0" dirty="0">
                <a:solidFill>
                  <a:srgbClr val="FFFFFF"/>
                </a:solidFill>
                <a:effectLst/>
                <a:latin typeface="Consolas" panose="020B0609020204030204" pitchFamily="49" charset="0"/>
              </a:rPr>
              <a:t>paper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getscreen</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paper.</a:t>
            </a:r>
            <a:r>
              <a:rPr lang="en-US" sz="1800" b="0" dirty="0" err="1">
                <a:solidFill>
                  <a:srgbClr val="BBDAFF"/>
                </a:solidFill>
                <a:effectLst/>
                <a:latin typeface="Consolas" panose="020B0609020204030204" pitchFamily="49" charset="0"/>
              </a:rPr>
              <a:t>bgcolor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"black"</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left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90</a:t>
            </a:r>
            <a:r>
              <a:rPr lang="en-US" sz="1800" b="0" dirty="0">
                <a:solidFill>
                  <a:srgbClr val="BBDAFF"/>
                </a:solidFill>
                <a:effectLst/>
                <a:latin typeface="Consolas" panose="020B0609020204030204" pitchFamily="49" charset="0"/>
              </a:rPr>
              <a:t>)</a:t>
            </a: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"red"</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speed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br>
              <a:rPr lang="en-US" sz="1800" b="0" dirty="0">
                <a:solidFill>
                  <a:srgbClr val="FFFFFF"/>
                </a:solidFill>
                <a:effectLst/>
                <a:latin typeface="Consolas" panose="020B0609020204030204" pitchFamily="49" charset="0"/>
              </a:rPr>
            </a:b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forward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backward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right</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20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p:txBody>
      </p:sp>
      <p:pic>
        <p:nvPicPr>
          <p:cNvPr id="7" name="Picture 6">
            <a:extLst>
              <a:ext uri="{FF2B5EF4-FFF2-40B4-BE49-F238E27FC236}">
                <a16:creationId xmlns:a16="http://schemas.microsoft.com/office/drawing/2014/main" id="{B221076E-D1A2-8D90-71AD-F7A26D7385A3}"/>
              </a:ext>
            </a:extLst>
          </p:cNvPr>
          <p:cNvPicPr>
            <a:picLocks noChangeAspect="1"/>
          </p:cNvPicPr>
          <p:nvPr/>
        </p:nvPicPr>
        <p:blipFill>
          <a:blip r:embed="rId3"/>
          <a:stretch>
            <a:fillRect/>
          </a:stretch>
        </p:blipFill>
        <p:spPr>
          <a:xfrm>
            <a:off x="7603655" y="1880489"/>
            <a:ext cx="4050470" cy="3720780"/>
          </a:xfrm>
          <a:prstGeom prst="rect">
            <a:avLst/>
          </a:prstGeom>
        </p:spPr>
      </p:pic>
      <p:sp>
        <p:nvSpPr>
          <p:cNvPr id="8" name="Rectangle 7">
            <a:extLst>
              <a:ext uri="{FF2B5EF4-FFF2-40B4-BE49-F238E27FC236}">
                <a16:creationId xmlns:a16="http://schemas.microsoft.com/office/drawing/2014/main" id="{69464E5F-38EB-C99A-669F-758DBA7F4216}"/>
              </a:ext>
            </a:extLst>
          </p:cNvPr>
          <p:cNvSpPr/>
          <p:nvPr/>
        </p:nvSpPr>
        <p:spPr>
          <a:xfrm>
            <a:off x="54864" y="1880489"/>
            <a:ext cx="7406640" cy="4612386"/>
          </a:xfrm>
          <a:prstGeom prst="rect">
            <a:avLst/>
          </a:prstGeom>
          <a:solidFill>
            <a:schemeClr val="bg2">
              <a:lumMod val="95000"/>
              <a:lumOff val="5000"/>
            </a:schemeClr>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indent="0">
              <a:lnSpc>
                <a:spcPct val="80000"/>
              </a:lnSpc>
              <a:spcBef>
                <a:spcPts val="0"/>
              </a:spcBef>
              <a:buNone/>
            </a:pPr>
            <a:r>
              <a:rPr lang="en-US" sz="4400" b="1" dirty="0">
                <a:solidFill>
                  <a:srgbClr val="FFFFFF"/>
                </a:solidFill>
                <a:effectLst/>
                <a:latin typeface="Consolas" panose="020B0609020204030204" pitchFamily="49" charset="0"/>
              </a:rPr>
              <a:t>  </a:t>
            </a:r>
            <a:r>
              <a:rPr lang="en-US" sz="4400" dirty="0" err="1">
                <a:solidFill>
                  <a:srgbClr val="FFFFFF"/>
                </a:solidFill>
                <a:effectLst/>
                <a:latin typeface="Consolas" panose="020B0609020204030204" pitchFamily="49" charset="0"/>
              </a:rPr>
              <a:t>sambi.</a:t>
            </a:r>
            <a:r>
              <a:rPr lang="en-US" sz="4400" dirty="0" err="1">
                <a:solidFill>
                  <a:srgbClr val="BBDAFF"/>
                </a:solidFill>
                <a:effectLst/>
                <a:latin typeface="Consolas" panose="020B0609020204030204" pitchFamily="49" charset="0"/>
              </a:rPr>
              <a:t>forward</a:t>
            </a:r>
            <a:r>
              <a:rPr lang="en-US" sz="4400" dirty="0">
                <a:solidFill>
                  <a:srgbClr val="BBDAFF"/>
                </a:solidFill>
                <a:effectLst/>
                <a:latin typeface="Consolas" panose="020B0609020204030204" pitchFamily="49" charset="0"/>
              </a:rPr>
              <a:t>(</a:t>
            </a:r>
            <a:r>
              <a:rPr lang="en-US" sz="4400" dirty="0">
                <a:solidFill>
                  <a:srgbClr val="FFC58F"/>
                </a:solidFill>
                <a:effectLst/>
                <a:latin typeface="Consolas" panose="020B0609020204030204" pitchFamily="49" charset="0"/>
              </a:rPr>
              <a:t>100</a:t>
            </a:r>
            <a:r>
              <a:rPr lang="en-US" sz="4400" dirty="0">
                <a:solidFill>
                  <a:srgbClr val="BBDAFF"/>
                </a:solidFill>
                <a:effectLst/>
                <a:latin typeface="Consolas" panose="020B0609020204030204" pitchFamily="49" charset="0"/>
              </a:rPr>
              <a:t>)</a:t>
            </a:r>
            <a:endParaRPr lang="en-US" sz="4400" dirty="0">
              <a:solidFill>
                <a:srgbClr val="FFFFFF"/>
              </a:solidFill>
              <a:effectLst/>
              <a:latin typeface="Consolas" panose="020B0609020204030204" pitchFamily="49" charset="0"/>
            </a:endParaRPr>
          </a:p>
          <a:p>
            <a:pPr marL="0" indent="0">
              <a:lnSpc>
                <a:spcPct val="80000"/>
              </a:lnSpc>
              <a:spcBef>
                <a:spcPts val="0"/>
              </a:spcBef>
              <a:buNone/>
            </a:pPr>
            <a:r>
              <a:rPr lang="en-US" sz="4400" dirty="0">
                <a:solidFill>
                  <a:srgbClr val="FFFFFF"/>
                </a:solidFill>
                <a:effectLst/>
                <a:latin typeface="Consolas" panose="020B0609020204030204" pitchFamily="49" charset="0"/>
              </a:rPr>
              <a:t>  </a:t>
            </a:r>
            <a:r>
              <a:rPr lang="en-US" sz="4400" dirty="0" err="1">
                <a:solidFill>
                  <a:srgbClr val="FFFFFF"/>
                </a:solidFill>
                <a:effectLst/>
                <a:latin typeface="Consolas" panose="020B0609020204030204" pitchFamily="49" charset="0"/>
              </a:rPr>
              <a:t>sambi.</a:t>
            </a:r>
            <a:r>
              <a:rPr lang="en-US" sz="4400" dirty="0" err="1">
                <a:solidFill>
                  <a:srgbClr val="BBDAFF"/>
                </a:solidFill>
                <a:effectLst/>
                <a:latin typeface="Consolas" panose="020B0609020204030204" pitchFamily="49" charset="0"/>
              </a:rPr>
              <a:t>backward</a:t>
            </a:r>
            <a:r>
              <a:rPr lang="en-US" sz="4400" dirty="0">
                <a:solidFill>
                  <a:srgbClr val="BBDAFF"/>
                </a:solidFill>
                <a:effectLst/>
                <a:latin typeface="Consolas" panose="020B0609020204030204" pitchFamily="49" charset="0"/>
              </a:rPr>
              <a:t>(</a:t>
            </a:r>
            <a:r>
              <a:rPr lang="en-US" sz="4400" dirty="0">
                <a:solidFill>
                  <a:srgbClr val="FFC58F"/>
                </a:solidFill>
                <a:effectLst/>
                <a:latin typeface="Consolas" panose="020B0609020204030204" pitchFamily="49" charset="0"/>
              </a:rPr>
              <a:t>100</a:t>
            </a:r>
            <a:r>
              <a:rPr lang="en-US" sz="4400" dirty="0">
                <a:solidFill>
                  <a:srgbClr val="BBDAFF"/>
                </a:solidFill>
                <a:effectLst/>
                <a:latin typeface="Consolas" panose="020B0609020204030204" pitchFamily="49" charset="0"/>
              </a:rPr>
              <a:t>)</a:t>
            </a:r>
            <a:endParaRPr lang="en-US" sz="4400" dirty="0">
              <a:solidFill>
                <a:srgbClr val="FFFFFF"/>
              </a:solidFill>
              <a:effectLst/>
              <a:latin typeface="Consolas" panose="020B0609020204030204" pitchFamily="49" charset="0"/>
            </a:endParaRPr>
          </a:p>
          <a:p>
            <a:pPr marL="0" indent="0">
              <a:lnSpc>
                <a:spcPct val="80000"/>
              </a:lnSpc>
              <a:spcBef>
                <a:spcPts val="0"/>
              </a:spcBef>
              <a:buNone/>
            </a:pPr>
            <a:r>
              <a:rPr lang="en-US" sz="4400" dirty="0">
                <a:solidFill>
                  <a:srgbClr val="FFFFFF"/>
                </a:solidFill>
                <a:effectLst/>
                <a:latin typeface="Consolas" panose="020B0609020204030204" pitchFamily="49" charset="0"/>
              </a:rPr>
              <a:t>  </a:t>
            </a:r>
            <a:r>
              <a:rPr lang="en-US" sz="4400" dirty="0" err="1">
                <a:solidFill>
                  <a:srgbClr val="FFFFFF"/>
                </a:solidFill>
                <a:effectLst/>
                <a:latin typeface="Consolas" panose="020B0609020204030204" pitchFamily="49" charset="0"/>
              </a:rPr>
              <a:t>sambi.</a:t>
            </a:r>
            <a:r>
              <a:rPr lang="en-US" sz="4400" dirty="0" err="1">
                <a:solidFill>
                  <a:srgbClr val="BBDAFF"/>
                </a:solidFill>
                <a:effectLst/>
                <a:latin typeface="Consolas" panose="020B0609020204030204" pitchFamily="49" charset="0"/>
              </a:rPr>
              <a:t>right</a:t>
            </a:r>
            <a:r>
              <a:rPr lang="en-US" sz="4400" dirty="0">
                <a:solidFill>
                  <a:srgbClr val="BBDAFF"/>
                </a:solidFill>
                <a:effectLst/>
                <a:latin typeface="Consolas" panose="020B0609020204030204" pitchFamily="49" charset="0"/>
              </a:rPr>
              <a:t>(</a:t>
            </a:r>
            <a:r>
              <a:rPr lang="en-US" sz="4400" dirty="0">
                <a:solidFill>
                  <a:srgbClr val="FFC58F"/>
                </a:solidFill>
                <a:effectLst/>
                <a:latin typeface="Consolas" panose="020B0609020204030204" pitchFamily="49" charset="0"/>
              </a:rPr>
              <a:t>20</a:t>
            </a:r>
            <a:r>
              <a:rPr lang="en-US" sz="4400" dirty="0">
                <a:solidFill>
                  <a:srgbClr val="BBDAFF"/>
                </a:solidFill>
                <a:effectLst/>
                <a:latin typeface="Consolas" panose="020B0609020204030204" pitchFamily="49" charset="0"/>
              </a:rPr>
              <a:t>)</a:t>
            </a:r>
            <a:endParaRPr lang="en-US" sz="4400" dirty="0">
              <a:solidFill>
                <a:srgbClr val="FFFFFF"/>
              </a:solidFill>
              <a:effectLst/>
              <a:latin typeface="Consolas" panose="020B0609020204030204" pitchFamily="49" charset="0"/>
            </a:endParaRPr>
          </a:p>
        </p:txBody>
      </p:sp>
      <p:sp>
        <p:nvSpPr>
          <p:cNvPr id="6" name="TextBox 5">
            <a:extLst>
              <a:ext uri="{FF2B5EF4-FFF2-40B4-BE49-F238E27FC236}">
                <a16:creationId xmlns:a16="http://schemas.microsoft.com/office/drawing/2014/main" id="{E19426CF-FAC7-879C-3262-283F757CB2EB}"/>
              </a:ext>
            </a:extLst>
          </p:cNvPr>
          <p:cNvSpPr txBox="1"/>
          <p:nvPr/>
        </p:nvSpPr>
        <p:spPr>
          <a:xfrm>
            <a:off x="642366" y="2530628"/>
            <a:ext cx="6654546" cy="830997"/>
          </a:xfrm>
          <a:prstGeom prst="rect">
            <a:avLst/>
          </a:prstGeom>
          <a:noFill/>
        </p:spPr>
        <p:txBody>
          <a:bodyPr wrap="square">
            <a:spAutoFit/>
          </a:bodyPr>
          <a:lstStyle/>
          <a:p>
            <a:r>
              <a:rPr lang="en-US" sz="4800" b="1" dirty="0">
                <a:solidFill>
                  <a:srgbClr val="EBBBFF"/>
                </a:solidFill>
                <a:effectLst/>
                <a:latin typeface="Consolas" panose="020B0609020204030204" pitchFamily="49" charset="0"/>
              </a:rPr>
              <a:t>for</a:t>
            </a:r>
            <a:r>
              <a:rPr lang="en-US" sz="4800" b="1" dirty="0">
                <a:solidFill>
                  <a:srgbClr val="FFFFFF"/>
                </a:solidFill>
                <a:effectLst/>
                <a:latin typeface="Consolas" panose="020B0609020204030204" pitchFamily="49" charset="0"/>
              </a:rPr>
              <a:t> </a:t>
            </a:r>
            <a:r>
              <a:rPr lang="en-US" sz="4800" b="1" dirty="0">
                <a:solidFill>
                  <a:srgbClr val="FF9DA4"/>
                </a:solidFill>
                <a:effectLst/>
                <a:latin typeface="Consolas" panose="020B0609020204030204" pitchFamily="49" charset="0"/>
              </a:rPr>
              <a:t>x</a:t>
            </a:r>
            <a:r>
              <a:rPr lang="en-US" sz="4800" b="1" dirty="0">
                <a:solidFill>
                  <a:srgbClr val="FFFFFF"/>
                </a:solidFill>
                <a:effectLst/>
                <a:latin typeface="Consolas" panose="020B0609020204030204" pitchFamily="49" charset="0"/>
              </a:rPr>
              <a:t> </a:t>
            </a:r>
            <a:r>
              <a:rPr lang="en-US" sz="4800" b="1" dirty="0">
                <a:solidFill>
                  <a:srgbClr val="EBBBFF"/>
                </a:solidFill>
                <a:effectLst/>
                <a:latin typeface="Consolas" panose="020B0609020204030204" pitchFamily="49" charset="0"/>
              </a:rPr>
              <a:t>in</a:t>
            </a:r>
            <a:r>
              <a:rPr lang="en-US" sz="4800" b="1" dirty="0">
                <a:solidFill>
                  <a:srgbClr val="FFFFFF"/>
                </a:solidFill>
                <a:effectLst/>
                <a:latin typeface="Consolas" panose="020B0609020204030204" pitchFamily="49" charset="0"/>
              </a:rPr>
              <a:t> </a:t>
            </a:r>
            <a:r>
              <a:rPr lang="en-US" sz="4800" b="1" dirty="0">
                <a:solidFill>
                  <a:srgbClr val="FFEEAD"/>
                </a:solidFill>
                <a:effectLst/>
                <a:latin typeface="Consolas" panose="020B0609020204030204" pitchFamily="49" charset="0"/>
              </a:rPr>
              <a:t>range</a:t>
            </a:r>
            <a:r>
              <a:rPr lang="en-US" sz="4800" b="1" dirty="0">
                <a:solidFill>
                  <a:srgbClr val="BBDAFF"/>
                </a:solidFill>
                <a:effectLst/>
                <a:latin typeface="Consolas" panose="020B0609020204030204" pitchFamily="49" charset="0"/>
              </a:rPr>
              <a:t>(</a:t>
            </a:r>
            <a:r>
              <a:rPr lang="en-US" sz="4800" b="1" dirty="0">
                <a:solidFill>
                  <a:srgbClr val="FFC58F"/>
                </a:solidFill>
                <a:effectLst/>
                <a:latin typeface="Consolas" panose="020B0609020204030204" pitchFamily="49" charset="0"/>
              </a:rPr>
              <a:t>18</a:t>
            </a:r>
            <a:r>
              <a:rPr lang="en-US" sz="4800" b="1" dirty="0">
                <a:solidFill>
                  <a:srgbClr val="BBDAFF"/>
                </a:solidFill>
                <a:effectLst/>
                <a:latin typeface="Consolas" panose="020B0609020204030204" pitchFamily="49" charset="0"/>
              </a:rPr>
              <a:t>)</a:t>
            </a:r>
            <a:r>
              <a:rPr lang="en-US" sz="4800" b="1" dirty="0">
                <a:solidFill>
                  <a:srgbClr val="FFFFFF"/>
                </a:solidFill>
                <a:effectLst/>
                <a:latin typeface="Consolas" panose="020B0609020204030204" pitchFamily="49" charset="0"/>
              </a:rPr>
              <a:t>:</a:t>
            </a:r>
          </a:p>
        </p:txBody>
      </p:sp>
      <p:sp>
        <p:nvSpPr>
          <p:cNvPr id="9" name="Rectangle 8">
            <a:extLst>
              <a:ext uri="{FF2B5EF4-FFF2-40B4-BE49-F238E27FC236}">
                <a16:creationId xmlns:a16="http://schemas.microsoft.com/office/drawing/2014/main" id="{783FFF31-35F8-609F-2814-0E7C48DCA350}"/>
              </a:ext>
            </a:extLst>
          </p:cNvPr>
          <p:cNvSpPr/>
          <p:nvPr/>
        </p:nvSpPr>
        <p:spPr>
          <a:xfrm>
            <a:off x="5733288" y="2651760"/>
            <a:ext cx="768096" cy="640080"/>
          </a:xfrm>
          <a:prstGeom prst="rect">
            <a:avLst/>
          </a:prstGeom>
          <a:noFill/>
          <a:ln w="38100">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7B4C322-DDF1-CF28-D0EC-C775DB0B14DA}"/>
              </a:ext>
            </a:extLst>
          </p:cNvPr>
          <p:cNvSpPr/>
          <p:nvPr/>
        </p:nvSpPr>
        <p:spPr>
          <a:xfrm>
            <a:off x="4434840" y="1654075"/>
            <a:ext cx="4512012" cy="7498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Number of times to repeat</a:t>
            </a:r>
          </a:p>
        </p:txBody>
      </p:sp>
    </p:spTree>
    <p:extLst>
      <p:ext uri="{BB962C8B-B14F-4D97-AF65-F5344CB8AC3E}">
        <p14:creationId xmlns:p14="http://schemas.microsoft.com/office/powerpoint/2010/main" val="19824281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B45C40-6D18-0062-BB1F-CBF59D9A1E4E}"/>
              </a:ext>
            </a:extLst>
          </p:cNvPr>
          <p:cNvSpPr/>
          <p:nvPr/>
        </p:nvSpPr>
        <p:spPr>
          <a:xfrm>
            <a:off x="838200" y="4151376"/>
            <a:ext cx="2590800" cy="932688"/>
          </a:xfrm>
          <a:prstGeom prst="rect">
            <a:avLst/>
          </a:prstGeom>
          <a:solidFill>
            <a:schemeClr val="bg2">
              <a:lumMod val="95000"/>
              <a:lumOff val="5000"/>
            </a:schemeClr>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10528F-1C1E-CDA5-B923-9142BD6E7A01}"/>
              </a:ext>
            </a:extLst>
          </p:cNvPr>
          <p:cNvSpPr>
            <a:spLocks noGrp="1"/>
          </p:cNvSpPr>
          <p:nvPr>
            <p:ph type="title"/>
          </p:nvPr>
        </p:nvSpPr>
        <p:spPr/>
        <p:txBody>
          <a:bodyPr/>
          <a:lstStyle/>
          <a:p>
            <a:r>
              <a:rPr lang="en-US" dirty="0"/>
              <a:t>Code </a:t>
            </a:r>
            <a:r>
              <a:rPr lang="en-US" b="1" dirty="0"/>
              <a:t>With</a:t>
            </a:r>
            <a:r>
              <a:rPr lang="en-US" dirty="0"/>
              <a:t> Loops</a:t>
            </a:r>
          </a:p>
        </p:txBody>
      </p:sp>
      <p:sp>
        <p:nvSpPr>
          <p:cNvPr id="3" name="Content Placeholder 2">
            <a:extLst>
              <a:ext uri="{FF2B5EF4-FFF2-40B4-BE49-F238E27FC236}">
                <a16:creationId xmlns:a16="http://schemas.microsoft.com/office/drawing/2014/main" id="{B9AE62B5-7F60-EE8C-6D4F-DC569B4B336B}"/>
              </a:ext>
            </a:extLst>
          </p:cNvPr>
          <p:cNvSpPr>
            <a:spLocks noGrp="1"/>
          </p:cNvSpPr>
          <p:nvPr>
            <p:ph idx="1"/>
          </p:nvPr>
        </p:nvSpPr>
        <p:spPr>
          <a:xfrm>
            <a:off x="838200" y="1825625"/>
            <a:ext cx="3550920" cy="4351338"/>
          </a:xfrm>
        </p:spPr>
        <p:txBody>
          <a:bodyPr>
            <a:normAutofit/>
          </a:bodyPr>
          <a:lstStyle/>
          <a:p>
            <a:pPr marL="0" indent="0">
              <a:lnSpc>
                <a:spcPct val="80000"/>
              </a:lnSpc>
              <a:spcBef>
                <a:spcPts val="0"/>
              </a:spcBef>
              <a:buNone/>
            </a:pPr>
            <a:r>
              <a:rPr lang="en-US" sz="1800" b="0" dirty="0">
                <a:solidFill>
                  <a:srgbClr val="EBBBFF"/>
                </a:solidFill>
                <a:effectLst/>
                <a:latin typeface="Consolas" panose="020B0609020204030204" pitchFamily="49" charset="0"/>
              </a:rPr>
              <a:t>from</a:t>
            </a:r>
            <a:r>
              <a:rPr lang="en-US" sz="1800" b="0" dirty="0">
                <a:solidFill>
                  <a:srgbClr val="FFFFFF"/>
                </a:solidFill>
                <a:effectLst/>
                <a:latin typeface="Consolas" panose="020B0609020204030204" pitchFamily="49" charset="0"/>
              </a:rPr>
              <a:t> turtle </a:t>
            </a:r>
            <a:r>
              <a:rPr lang="en-US" sz="1800" b="0" dirty="0">
                <a:solidFill>
                  <a:srgbClr val="EBBBFF"/>
                </a:solidFill>
                <a:effectLst/>
                <a:latin typeface="Consolas" panose="020B0609020204030204" pitchFamily="49" charset="0"/>
              </a:rPr>
              <a:t>import</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a:solidFill>
                  <a:srgbClr val="FFFFFF"/>
                </a:solidFill>
                <a:effectLst/>
                <a:latin typeface="Consolas" panose="020B0609020204030204" pitchFamily="49" charset="0"/>
              </a:rPr>
              <a:t>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a:solidFill>
                  <a:srgbClr val="BBDAFF"/>
                </a:solidFill>
                <a:effectLst/>
                <a:latin typeface="Consolas" panose="020B0609020204030204" pitchFamily="49" charset="0"/>
              </a:rPr>
              <a:t>Turtle()</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r>
              <a:rPr lang="en-US" sz="1800" b="0" dirty="0">
                <a:solidFill>
                  <a:srgbClr val="FFFFFF"/>
                </a:solidFill>
                <a:effectLst/>
                <a:latin typeface="Consolas" panose="020B0609020204030204" pitchFamily="49" charset="0"/>
              </a:rPr>
              <a:t>paper </a:t>
            </a:r>
            <a:r>
              <a:rPr lang="en-US" sz="1800" b="0" dirty="0">
                <a:solidFill>
                  <a:srgbClr val="99FFFF"/>
                </a:solidFill>
                <a:effectLst/>
                <a:latin typeface="Consolas" panose="020B0609020204030204" pitchFamily="49" charset="0"/>
              </a:rPr>
              <a:t>=</a:t>
            </a:r>
            <a:r>
              <a:rPr lang="en-US" sz="1800" b="0" dirty="0">
                <a:solidFill>
                  <a:srgbClr val="FFFFFF"/>
                </a:solidFill>
                <a:effectLst/>
                <a:latin typeface="Consolas" panose="020B0609020204030204" pitchFamily="49" charset="0"/>
              </a:rPr>
              <a:t> </a:t>
            </a: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getscreen</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paper.</a:t>
            </a:r>
            <a:r>
              <a:rPr lang="en-US" sz="1800" b="0" dirty="0" err="1">
                <a:solidFill>
                  <a:srgbClr val="BBDAFF"/>
                </a:solidFill>
                <a:effectLst/>
                <a:latin typeface="Consolas" panose="020B0609020204030204" pitchFamily="49" charset="0"/>
              </a:rPr>
              <a:t>bgcolor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"black"</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left</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90</a:t>
            </a:r>
            <a:r>
              <a:rPr lang="en-US" sz="1800" b="0" dirty="0">
                <a:solidFill>
                  <a:srgbClr val="BBDAFF"/>
                </a:solidFill>
                <a:effectLst/>
                <a:latin typeface="Consolas" panose="020B0609020204030204" pitchFamily="49" charset="0"/>
              </a:rPr>
              <a:t>)</a:t>
            </a:r>
            <a:endParaRPr lang="en-US" sz="1800" dirty="0">
              <a:solidFill>
                <a:srgbClr val="FFFFFF"/>
              </a:solidFill>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color</a:t>
            </a:r>
            <a:r>
              <a:rPr lang="en-US" sz="1800" b="0" dirty="0">
                <a:solidFill>
                  <a:srgbClr val="BBDAFF"/>
                </a:solidFill>
                <a:effectLst/>
                <a:latin typeface="Consolas" panose="020B0609020204030204" pitchFamily="49" charset="0"/>
              </a:rPr>
              <a:t>(</a:t>
            </a:r>
            <a:r>
              <a:rPr lang="en-US" sz="1800" b="0" dirty="0">
                <a:solidFill>
                  <a:srgbClr val="D1F1A9"/>
                </a:solidFill>
                <a:effectLst/>
                <a:latin typeface="Consolas" panose="020B0609020204030204" pitchFamily="49" charset="0"/>
              </a:rPr>
              <a:t>"red"</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r>
              <a:rPr lang="en-US" sz="1800" b="0" dirty="0" err="1">
                <a:solidFill>
                  <a:srgbClr val="FFFFFF"/>
                </a:solidFill>
                <a:effectLst/>
                <a:latin typeface="Consolas" panose="020B0609020204030204" pitchFamily="49" charset="0"/>
              </a:rPr>
              <a:t>sambi.</a:t>
            </a:r>
            <a:r>
              <a:rPr lang="en-US" sz="1800" b="0" dirty="0" err="1">
                <a:solidFill>
                  <a:srgbClr val="BBDAFF"/>
                </a:solidFill>
                <a:effectLst/>
                <a:latin typeface="Consolas" panose="020B0609020204030204" pitchFamily="49" charset="0"/>
              </a:rPr>
              <a:t>speed</a:t>
            </a:r>
            <a:r>
              <a:rPr lang="en-US" sz="1800" b="0" dirty="0">
                <a:solidFill>
                  <a:srgbClr val="BBDAFF"/>
                </a:solidFill>
                <a:effectLst/>
                <a:latin typeface="Consolas" panose="020B0609020204030204" pitchFamily="49" charset="0"/>
              </a:rPr>
              <a:t>(</a:t>
            </a:r>
            <a:r>
              <a:rPr lang="en-US" sz="1800" b="0" dirty="0">
                <a:solidFill>
                  <a:srgbClr val="FFC58F"/>
                </a:solidFill>
                <a:effectLst/>
                <a:latin typeface="Consolas" panose="020B0609020204030204" pitchFamily="49" charset="0"/>
              </a:rPr>
              <a:t>10</a:t>
            </a:r>
            <a:r>
              <a:rPr lang="en-US" sz="1800" b="0" dirty="0">
                <a:solidFill>
                  <a:srgbClr val="BBDAFF"/>
                </a:solidFill>
                <a:effectLst/>
                <a:latin typeface="Consolas" panose="020B0609020204030204" pitchFamily="49" charset="0"/>
              </a:rPr>
              <a:t>)</a:t>
            </a:r>
            <a:endParaRPr lang="en-US" sz="1800" b="0" dirty="0">
              <a:solidFill>
                <a:srgbClr val="FFFFFF"/>
              </a:solidFill>
              <a:effectLst/>
              <a:latin typeface="Consolas" panose="020B0609020204030204" pitchFamily="49" charset="0"/>
            </a:endParaRPr>
          </a:p>
          <a:p>
            <a:pPr marL="0" indent="0">
              <a:lnSpc>
                <a:spcPct val="80000"/>
              </a:lnSpc>
              <a:spcBef>
                <a:spcPts val="0"/>
              </a:spcBef>
              <a:buNone/>
            </a:pPr>
            <a:br>
              <a:rPr lang="en-US" sz="1800" b="0" dirty="0">
                <a:solidFill>
                  <a:srgbClr val="FFFFFF"/>
                </a:solidFill>
                <a:effectLst/>
                <a:latin typeface="Consolas" panose="020B0609020204030204" pitchFamily="49" charset="0"/>
              </a:rPr>
            </a:br>
            <a:br>
              <a:rPr lang="en-US" sz="1800" b="0" dirty="0">
                <a:solidFill>
                  <a:srgbClr val="FFFFFF"/>
                </a:solidFill>
                <a:effectLst/>
                <a:latin typeface="Consolas" panose="020B0609020204030204" pitchFamily="49" charset="0"/>
              </a:rPr>
            </a:b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forward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backward</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100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r>
              <a:rPr lang="en-US" sz="1800" b="1" dirty="0" err="1">
                <a:solidFill>
                  <a:srgbClr val="FFFFFF"/>
                </a:solidFill>
                <a:effectLst/>
                <a:latin typeface="Consolas" panose="020B0609020204030204" pitchFamily="49" charset="0"/>
              </a:rPr>
              <a:t>sambi.</a:t>
            </a:r>
            <a:r>
              <a:rPr lang="en-US" sz="1800" b="1" dirty="0" err="1">
                <a:solidFill>
                  <a:srgbClr val="BBDAFF"/>
                </a:solidFill>
                <a:effectLst/>
                <a:latin typeface="Consolas" panose="020B0609020204030204" pitchFamily="49" charset="0"/>
              </a:rPr>
              <a:t>right</a:t>
            </a:r>
            <a:r>
              <a:rPr lang="en-US" sz="1800" b="1" dirty="0">
                <a:solidFill>
                  <a:srgbClr val="BBDAFF"/>
                </a:solidFill>
                <a:effectLst/>
                <a:latin typeface="Consolas" panose="020B0609020204030204" pitchFamily="49" charset="0"/>
              </a:rPr>
              <a:t>(</a:t>
            </a:r>
            <a:r>
              <a:rPr lang="en-US" sz="1800" b="1" dirty="0">
                <a:solidFill>
                  <a:srgbClr val="FFC58F"/>
                </a:solidFill>
                <a:effectLst/>
                <a:latin typeface="Consolas" panose="020B0609020204030204" pitchFamily="49" charset="0"/>
              </a:rPr>
              <a:t>20</a:t>
            </a:r>
            <a:r>
              <a:rPr lang="en-US" sz="1800" b="1" dirty="0">
                <a:solidFill>
                  <a:srgbClr val="BBDAFF"/>
                </a:solidFill>
                <a:effectLst/>
                <a:latin typeface="Consolas" panose="020B0609020204030204" pitchFamily="49" charset="0"/>
              </a:rPr>
              <a:t>)</a:t>
            </a:r>
            <a:endParaRPr lang="en-US" sz="1800" b="1" dirty="0">
              <a:solidFill>
                <a:srgbClr val="FFFFFF"/>
              </a:solidFill>
              <a:effectLst/>
              <a:latin typeface="Consolas" panose="020B0609020204030204" pitchFamily="49" charset="0"/>
            </a:endParaRPr>
          </a:p>
          <a:p>
            <a:pPr marL="0" indent="0">
              <a:lnSpc>
                <a:spcPct val="80000"/>
              </a:lnSpc>
              <a:spcBef>
                <a:spcPts val="0"/>
              </a:spcBef>
              <a:buNone/>
            </a:pPr>
            <a:endParaRPr lang="en-US" sz="1800" dirty="0">
              <a:solidFill>
                <a:srgbClr val="FFFFFF"/>
              </a:solidFill>
              <a:latin typeface="Consolas" panose="020B0609020204030204" pitchFamily="49" charset="0"/>
            </a:endParaRPr>
          </a:p>
        </p:txBody>
      </p:sp>
      <p:pic>
        <p:nvPicPr>
          <p:cNvPr id="7" name="Picture 6">
            <a:extLst>
              <a:ext uri="{FF2B5EF4-FFF2-40B4-BE49-F238E27FC236}">
                <a16:creationId xmlns:a16="http://schemas.microsoft.com/office/drawing/2014/main" id="{B221076E-D1A2-8D90-71AD-F7A26D7385A3}"/>
              </a:ext>
            </a:extLst>
          </p:cNvPr>
          <p:cNvPicPr>
            <a:picLocks noChangeAspect="1"/>
          </p:cNvPicPr>
          <p:nvPr/>
        </p:nvPicPr>
        <p:blipFill>
          <a:blip r:embed="rId3"/>
          <a:stretch>
            <a:fillRect/>
          </a:stretch>
        </p:blipFill>
        <p:spPr>
          <a:xfrm>
            <a:off x="7603655" y="1880489"/>
            <a:ext cx="4050470" cy="3720780"/>
          </a:xfrm>
          <a:prstGeom prst="rect">
            <a:avLst/>
          </a:prstGeom>
        </p:spPr>
      </p:pic>
      <p:sp>
        <p:nvSpPr>
          <p:cNvPr id="8" name="Rectangle 7">
            <a:extLst>
              <a:ext uri="{FF2B5EF4-FFF2-40B4-BE49-F238E27FC236}">
                <a16:creationId xmlns:a16="http://schemas.microsoft.com/office/drawing/2014/main" id="{69464E5F-38EB-C99A-669F-758DBA7F4216}"/>
              </a:ext>
            </a:extLst>
          </p:cNvPr>
          <p:cNvSpPr/>
          <p:nvPr/>
        </p:nvSpPr>
        <p:spPr>
          <a:xfrm>
            <a:off x="642366" y="1880488"/>
            <a:ext cx="6819138" cy="4612387"/>
          </a:xfrm>
          <a:prstGeom prst="rect">
            <a:avLst/>
          </a:prstGeom>
          <a:solidFill>
            <a:schemeClr val="bg2">
              <a:lumMod val="95000"/>
              <a:lumOff val="5000"/>
            </a:schemeClr>
          </a:solidFill>
          <a:ln w="381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indent="0">
              <a:lnSpc>
                <a:spcPct val="80000"/>
              </a:lnSpc>
              <a:spcBef>
                <a:spcPts val="0"/>
              </a:spcBef>
              <a:buNone/>
            </a:pPr>
            <a:r>
              <a:rPr lang="en-US" sz="4400" b="1" dirty="0">
                <a:solidFill>
                  <a:srgbClr val="FFFFFF"/>
                </a:solidFill>
                <a:effectLst/>
                <a:latin typeface="Consolas" panose="020B0609020204030204" pitchFamily="49" charset="0"/>
              </a:rPr>
              <a:t>  </a:t>
            </a:r>
            <a:r>
              <a:rPr lang="en-US" sz="4400" dirty="0" err="1">
                <a:solidFill>
                  <a:srgbClr val="FFFFFF"/>
                </a:solidFill>
                <a:effectLst/>
                <a:latin typeface="Consolas" panose="020B0609020204030204" pitchFamily="49" charset="0"/>
              </a:rPr>
              <a:t>sambi.</a:t>
            </a:r>
            <a:r>
              <a:rPr lang="en-US" sz="4400" dirty="0" err="1">
                <a:solidFill>
                  <a:srgbClr val="BBDAFF"/>
                </a:solidFill>
                <a:effectLst/>
                <a:latin typeface="Consolas" panose="020B0609020204030204" pitchFamily="49" charset="0"/>
              </a:rPr>
              <a:t>forward</a:t>
            </a:r>
            <a:r>
              <a:rPr lang="en-US" sz="4400" dirty="0">
                <a:solidFill>
                  <a:srgbClr val="BBDAFF"/>
                </a:solidFill>
                <a:effectLst/>
                <a:latin typeface="Consolas" panose="020B0609020204030204" pitchFamily="49" charset="0"/>
              </a:rPr>
              <a:t>(</a:t>
            </a:r>
            <a:r>
              <a:rPr lang="en-US" sz="4400" dirty="0">
                <a:solidFill>
                  <a:srgbClr val="FFC58F"/>
                </a:solidFill>
                <a:effectLst/>
                <a:latin typeface="Consolas" panose="020B0609020204030204" pitchFamily="49" charset="0"/>
              </a:rPr>
              <a:t>100</a:t>
            </a:r>
            <a:r>
              <a:rPr lang="en-US" sz="4400" dirty="0">
                <a:solidFill>
                  <a:srgbClr val="BBDAFF"/>
                </a:solidFill>
                <a:effectLst/>
                <a:latin typeface="Consolas" panose="020B0609020204030204" pitchFamily="49" charset="0"/>
              </a:rPr>
              <a:t>)</a:t>
            </a:r>
            <a:endParaRPr lang="en-US" sz="4400" dirty="0">
              <a:solidFill>
                <a:srgbClr val="FFFFFF"/>
              </a:solidFill>
              <a:effectLst/>
              <a:latin typeface="Consolas" panose="020B0609020204030204" pitchFamily="49" charset="0"/>
            </a:endParaRPr>
          </a:p>
          <a:p>
            <a:pPr marL="0" indent="0">
              <a:lnSpc>
                <a:spcPct val="80000"/>
              </a:lnSpc>
              <a:spcBef>
                <a:spcPts val="0"/>
              </a:spcBef>
              <a:buNone/>
            </a:pPr>
            <a:r>
              <a:rPr lang="en-US" sz="4400" dirty="0">
                <a:solidFill>
                  <a:srgbClr val="FFFFFF"/>
                </a:solidFill>
                <a:effectLst/>
                <a:latin typeface="Consolas" panose="020B0609020204030204" pitchFamily="49" charset="0"/>
              </a:rPr>
              <a:t>  </a:t>
            </a:r>
            <a:r>
              <a:rPr lang="en-US" sz="4400" dirty="0" err="1">
                <a:solidFill>
                  <a:srgbClr val="FFFFFF"/>
                </a:solidFill>
                <a:effectLst/>
                <a:latin typeface="Consolas" panose="020B0609020204030204" pitchFamily="49" charset="0"/>
              </a:rPr>
              <a:t>sambi.</a:t>
            </a:r>
            <a:r>
              <a:rPr lang="en-US" sz="4400" dirty="0" err="1">
                <a:solidFill>
                  <a:srgbClr val="BBDAFF"/>
                </a:solidFill>
                <a:effectLst/>
                <a:latin typeface="Consolas" panose="020B0609020204030204" pitchFamily="49" charset="0"/>
              </a:rPr>
              <a:t>backward</a:t>
            </a:r>
            <a:r>
              <a:rPr lang="en-US" sz="4400" dirty="0">
                <a:solidFill>
                  <a:srgbClr val="BBDAFF"/>
                </a:solidFill>
                <a:effectLst/>
                <a:latin typeface="Consolas" panose="020B0609020204030204" pitchFamily="49" charset="0"/>
              </a:rPr>
              <a:t>(</a:t>
            </a:r>
            <a:r>
              <a:rPr lang="en-US" sz="4400" dirty="0">
                <a:solidFill>
                  <a:srgbClr val="FFC58F"/>
                </a:solidFill>
                <a:effectLst/>
                <a:latin typeface="Consolas" panose="020B0609020204030204" pitchFamily="49" charset="0"/>
              </a:rPr>
              <a:t>100</a:t>
            </a:r>
            <a:r>
              <a:rPr lang="en-US" sz="4400" dirty="0">
                <a:solidFill>
                  <a:srgbClr val="BBDAFF"/>
                </a:solidFill>
                <a:effectLst/>
                <a:latin typeface="Consolas" panose="020B0609020204030204" pitchFamily="49" charset="0"/>
              </a:rPr>
              <a:t>)</a:t>
            </a:r>
            <a:endParaRPr lang="en-US" sz="4400" dirty="0">
              <a:solidFill>
                <a:srgbClr val="FFFFFF"/>
              </a:solidFill>
              <a:effectLst/>
              <a:latin typeface="Consolas" panose="020B0609020204030204" pitchFamily="49" charset="0"/>
            </a:endParaRPr>
          </a:p>
          <a:p>
            <a:pPr marL="0" indent="0">
              <a:lnSpc>
                <a:spcPct val="80000"/>
              </a:lnSpc>
              <a:spcBef>
                <a:spcPts val="0"/>
              </a:spcBef>
              <a:buNone/>
            </a:pPr>
            <a:r>
              <a:rPr lang="en-US" sz="4400" dirty="0">
                <a:solidFill>
                  <a:srgbClr val="FFFFFF"/>
                </a:solidFill>
                <a:effectLst/>
                <a:latin typeface="Consolas" panose="020B0609020204030204" pitchFamily="49" charset="0"/>
              </a:rPr>
              <a:t>  </a:t>
            </a:r>
            <a:r>
              <a:rPr lang="en-US" sz="4400" dirty="0" err="1">
                <a:solidFill>
                  <a:srgbClr val="FFFFFF"/>
                </a:solidFill>
                <a:effectLst/>
                <a:latin typeface="Consolas" panose="020B0609020204030204" pitchFamily="49" charset="0"/>
              </a:rPr>
              <a:t>sambi.</a:t>
            </a:r>
            <a:r>
              <a:rPr lang="en-US" sz="4400" dirty="0" err="1">
                <a:solidFill>
                  <a:srgbClr val="BBDAFF"/>
                </a:solidFill>
                <a:effectLst/>
                <a:latin typeface="Consolas" panose="020B0609020204030204" pitchFamily="49" charset="0"/>
              </a:rPr>
              <a:t>right</a:t>
            </a:r>
            <a:r>
              <a:rPr lang="en-US" sz="4400" dirty="0">
                <a:solidFill>
                  <a:srgbClr val="BBDAFF"/>
                </a:solidFill>
                <a:effectLst/>
                <a:latin typeface="Consolas" panose="020B0609020204030204" pitchFamily="49" charset="0"/>
              </a:rPr>
              <a:t>(</a:t>
            </a:r>
            <a:r>
              <a:rPr lang="en-US" sz="4400" dirty="0">
                <a:solidFill>
                  <a:srgbClr val="FFC58F"/>
                </a:solidFill>
                <a:effectLst/>
                <a:latin typeface="Consolas" panose="020B0609020204030204" pitchFamily="49" charset="0"/>
              </a:rPr>
              <a:t>20</a:t>
            </a:r>
            <a:r>
              <a:rPr lang="en-US" sz="4400" dirty="0">
                <a:solidFill>
                  <a:srgbClr val="BBDAFF"/>
                </a:solidFill>
                <a:effectLst/>
                <a:latin typeface="Consolas" panose="020B0609020204030204" pitchFamily="49" charset="0"/>
              </a:rPr>
              <a:t>)</a:t>
            </a:r>
            <a:endParaRPr lang="en-US" sz="4400" dirty="0">
              <a:solidFill>
                <a:srgbClr val="FFFFFF"/>
              </a:solidFill>
              <a:effectLst/>
              <a:latin typeface="Consolas" panose="020B0609020204030204" pitchFamily="49" charset="0"/>
            </a:endParaRPr>
          </a:p>
        </p:txBody>
      </p:sp>
      <p:sp>
        <p:nvSpPr>
          <p:cNvPr id="5" name="TextBox 4">
            <a:extLst>
              <a:ext uri="{FF2B5EF4-FFF2-40B4-BE49-F238E27FC236}">
                <a16:creationId xmlns:a16="http://schemas.microsoft.com/office/drawing/2014/main" id="{5973055B-2D3F-F50B-F1E4-EBFE041157E8}"/>
              </a:ext>
            </a:extLst>
          </p:cNvPr>
          <p:cNvSpPr txBox="1"/>
          <p:nvPr/>
        </p:nvSpPr>
        <p:spPr>
          <a:xfrm>
            <a:off x="642366" y="2530628"/>
            <a:ext cx="6654546" cy="830997"/>
          </a:xfrm>
          <a:prstGeom prst="rect">
            <a:avLst/>
          </a:prstGeom>
          <a:noFill/>
        </p:spPr>
        <p:txBody>
          <a:bodyPr wrap="square">
            <a:spAutoFit/>
          </a:bodyPr>
          <a:lstStyle/>
          <a:p>
            <a:r>
              <a:rPr lang="en-US" sz="4800" b="1" dirty="0">
                <a:solidFill>
                  <a:srgbClr val="EBBBFF"/>
                </a:solidFill>
                <a:effectLst/>
                <a:latin typeface="Consolas" panose="020B0609020204030204" pitchFamily="49" charset="0"/>
              </a:rPr>
              <a:t>for</a:t>
            </a:r>
            <a:r>
              <a:rPr lang="en-US" sz="4800" b="1" dirty="0">
                <a:solidFill>
                  <a:srgbClr val="FFFFFF"/>
                </a:solidFill>
                <a:effectLst/>
                <a:latin typeface="Consolas" panose="020B0609020204030204" pitchFamily="49" charset="0"/>
              </a:rPr>
              <a:t> </a:t>
            </a:r>
            <a:r>
              <a:rPr lang="en-US" sz="4800" b="1" dirty="0">
                <a:solidFill>
                  <a:srgbClr val="FF9DA4"/>
                </a:solidFill>
                <a:effectLst/>
                <a:latin typeface="Consolas" panose="020B0609020204030204" pitchFamily="49" charset="0"/>
              </a:rPr>
              <a:t>x</a:t>
            </a:r>
            <a:r>
              <a:rPr lang="en-US" sz="4800" b="1" dirty="0">
                <a:solidFill>
                  <a:srgbClr val="FFFFFF"/>
                </a:solidFill>
                <a:effectLst/>
                <a:latin typeface="Consolas" panose="020B0609020204030204" pitchFamily="49" charset="0"/>
              </a:rPr>
              <a:t> </a:t>
            </a:r>
            <a:r>
              <a:rPr lang="en-US" sz="4800" b="1" dirty="0">
                <a:solidFill>
                  <a:srgbClr val="EBBBFF"/>
                </a:solidFill>
                <a:effectLst/>
                <a:latin typeface="Consolas" panose="020B0609020204030204" pitchFamily="49" charset="0"/>
              </a:rPr>
              <a:t>in</a:t>
            </a:r>
            <a:r>
              <a:rPr lang="en-US" sz="4800" b="1" dirty="0">
                <a:solidFill>
                  <a:srgbClr val="FFFFFF"/>
                </a:solidFill>
                <a:effectLst/>
                <a:latin typeface="Consolas" panose="020B0609020204030204" pitchFamily="49" charset="0"/>
              </a:rPr>
              <a:t> </a:t>
            </a:r>
            <a:r>
              <a:rPr lang="en-US" sz="4800" b="1" dirty="0">
                <a:solidFill>
                  <a:srgbClr val="FFEEAD"/>
                </a:solidFill>
                <a:effectLst/>
                <a:latin typeface="Consolas" panose="020B0609020204030204" pitchFamily="49" charset="0"/>
              </a:rPr>
              <a:t>range</a:t>
            </a:r>
            <a:r>
              <a:rPr lang="en-US" sz="4800" b="1" dirty="0">
                <a:solidFill>
                  <a:srgbClr val="BBDAFF"/>
                </a:solidFill>
                <a:effectLst/>
                <a:latin typeface="Consolas" panose="020B0609020204030204" pitchFamily="49" charset="0"/>
              </a:rPr>
              <a:t>(</a:t>
            </a:r>
            <a:r>
              <a:rPr lang="en-US" sz="4800" b="1" dirty="0">
                <a:solidFill>
                  <a:srgbClr val="FFC58F"/>
                </a:solidFill>
                <a:effectLst/>
                <a:latin typeface="Consolas" panose="020B0609020204030204" pitchFamily="49" charset="0"/>
              </a:rPr>
              <a:t>18</a:t>
            </a:r>
            <a:r>
              <a:rPr lang="en-US" sz="4800" b="1" dirty="0">
                <a:solidFill>
                  <a:srgbClr val="BBDAFF"/>
                </a:solidFill>
                <a:effectLst/>
                <a:latin typeface="Consolas" panose="020B0609020204030204" pitchFamily="49" charset="0"/>
              </a:rPr>
              <a:t>)</a:t>
            </a:r>
            <a:r>
              <a:rPr lang="en-US" sz="4800" b="1" dirty="0">
                <a:solidFill>
                  <a:srgbClr val="FFFFFF"/>
                </a:solidFill>
                <a:effectLst/>
                <a:latin typeface="Consolas" panose="020B0609020204030204" pitchFamily="49" charset="0"/>
              </a:rPr>
              <a:t>:</a:t>
            </a:r>
          </a:p>
        </p:txBody>
      </p:sp>
      <p:sp>
        <p:nvSpPr>
          <p:cNvPr id="9" name="Rectangle 8">
            <a:extLst>
              <a:ext uri="{FF2B5EF4-FFF2-40B4-BE49-F238E27FC236}">
                <a16:creationId xmlns:a16="http://schemas.microsoft.com/office/drawing/2014/main" id="{A54D06B6-A7D7-0A08-1FA9-EDFE2A12DAE3}"/>
              </a:ext>
            </a:extLst>
          </p:cNvPr>
          <p:cNvSpPr/>
          <p:nvPr/>
        </p:nvSpPr>
        <p:spPr>
          <a:xfrm>
            <a:off x="696049" y="3323844"/>
            <a:ext cx="584111" cy="16550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-&gt;</a:t>
            </a:r>
          </a:p>
          <a:p>
            <a:pPr algn="ctr"/>
            <a:endParaRPr lang="en-US" b="1" dirty="0"/>
          </a:p>
          <a:p>
            <a:pPr algn="ctr"/>
            <a:r>
              <a:rPr lang="en-US" b="1" dirty="0"/>
              <a:t>-&gt;</a:t>
            </a:r>
          </a:p>
          <a:p>
            <a:pPr algn="ctr"/>
            <a:endParaRPr lang="en-US" b="1" dirty="0"/>
          </a:p>
          <a:p>
            <a:pPr algn="ctr"/>
            <a:r>
              <a:rPr lang="en-US" b="1" dirty="0"/>
              <a:t>-&gt;</a:t>
            </a:r>
          </a:p>
        </p:txBody>
      </p:sp>
      <p:sp>
        <p:nvSpPr>
          <p:cNvPr id="10" name="Rectangle 9">
            <a:extLst>
              <a:ext uri="{FF2B5EF4-FFF2-40B4-BE49-F238E27FC236}">
                <a16:creationId xmlns:a16="http://schemas.microsoft.com/office/drawing/2014/main" id="{CBA4C20A-82BC-87D3-678E-BD2C577A1304}"/>
              </a:ext>
            </a:extLst>
          </p:cNvPr>
          <p:cNvSpPr/>
          <p:nvPr/>
        </p:nvSpPr>
        <p:spPr>
          <a:xfrm>
            <a:off x="1925364" y="5427155"/>
            <a:ext cx="4512012" cy="7498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Indentation</a:t>
            </a:r>
            <a:r>
              <a:rPr lang="en-US" dirty="0"/>
              <a:t>: shows Python which commands to repeat</a:t>
            </a:r>
            <a:endParaRPr lang="en-US" b="1" dirty="0"/>
          </a:p>
        </p:txBody>
      </p:sp>
    </p:spTree>
    <p:extLst>
      <p:ext uri="{BB962C8B-B14F-4D97-AF65-F5344CB8AC3E}">
        <p14:creationId xmlns:p14="http://schemas.microsoft.com/office/powerpoint/2010/main" val="1050791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A60EA-E7AC-FD39-95A4-74753AD0254B}"/>
              </a:ext>
            </a:extLst>
          </p:cNvPr>
          <p:cNvSpPr>
            <a:spLocks noGrp="1"/>
          </p:cNvSpPr>
          <p:nvPr>
            <p:ph type="title"/>
          </p:nvPr>
        </p:nvSpPr>
        <p:spPr/>
        <p:txBody>
          <a:bodyPr/>
          <a:lstStyle/>
          <a:p>
            <a:r>
              <a:rPr lang="en-US" dirty="0"/>
              <a:t>Review</a:t>
            </a:r>
          </a:p>
        </p:txBody>
      </p:sp>
      <p:sp>
        <p:nvSpPr>
          <p:cNvPr id="3" name="Content Placeholder 2">
            <a:extLst>
              <a:ext uri="{FF2B5EF4-FFF2-40B4-BE49-F238E27FC236}">
                <a16:creationId xmlns:a16="http://schemas.microsoft.com/office/drawing/2014/main" id="{2877D127-FAFB-CBF9-E0F1-83BC52EF5872}"/>
              </a:ext>
            </a:extLst>
          </p:cNvPr>
          <p:cNvSpPr>
            <a:spLocks noGrp="1"/>
          </p:cNvSpPr>
          <p:nvPr>
            <p:ph idx="1"/>
          </p:nvPr>
        </p:nvSpPr>
        <p:spPr>
          <a:xfrm>
            <a:off x="838200" y="1825625"/>
            <a:ext cx="3486150" cy="4351338"/>
          </a:xfrm>
        </p:spPr>
        <p:txBody>
          <a:bodyPr>
            <a:normAutofit/>
          </a:bodyPr>
          <a:lstStyle/>
          <a:p>
            <a:pPr marL="514350" indent="-514350">
              <a:buAutoNum type="arabicPeriod"/>
            </a:pPr>
            <a:r>
              <a:rPr lang="en-US" dirty="0"/>
              <a:t> </a:t>
            </a:r>
            <a:r>
              <a:rPr lang="en-US" b="1" dirty="0">
                <a:solidFill>
                  <a:schemeClr val="tx2"/>
                </a:solidFill>
                <a:latin typeface="Consolas" panose="020B0609020204030204" pitchFamily="49" charset="0"/>
              </a:rPr>
              <a:t>for</a:t>
            </a:r>
          </a:p>
          <a:p>
            <a:pPr marL="514350" indent="-514350">
              <a:buAutoNum type="arabicPeriod"/>
            </a:pPr>
            <a:r>
              <a:rPr lang="en-US" dirty="0"/>
              <a:t> </a:t>
            </a:r>
            <a:r>
              <a:rPr lang="en-US" b="1" dirty="0">
                <a:solidFill>
                  <a:srgbClr val="FF9DA4"/>
                </a:solidFill>
                <a:effectLst/>
                <a:latin typeface="Consolas" panose="020B0609020204030204" pitchFamily="49" charset="0"/>
              </a:rPr>
              <a:t>x</a:t>
            </a:r>
            <a:endParaRPr lang="en-US" b="1" dirty="0">
              <a:solidFill>
                <a:schemeClr val="tx2"/>
              </a:solidFill>
              <a:latin typeface="Consolas" panose="020B0609020204030204" pitchFamily="49" charset="0"/>
            </a:endParaRPr>
          </a:p>
          <a:p>
            <a:pPr marL="514350" indent="-514350">
              <a:buAutoNum type="arabicPeriod"/>
            </a:pPr>
            <a:r>
              <a:rPr lang="en-US" dirty="0"/>
              <a:t> </a:t>
            </a:r>
            <a:r>
              <a:rPr lang="en-US" b="1" dirty="0">
                <a:solidFill>
                  <a:srgbClr val="EBBBFF"/>
                </a:solidFill>
                <a:effectLst/>
                <a:latin typeface="Consolas" panose="020B0609020204030204" pitchFamily="49" charset="0"/>
              </a:rPr>
              <a:t>in</a:t>
            </a:r>
            <a:endParaRPr lang="en-US" b="1" dirty="0">
              <a:solidFill>
                <a:schemeClr val="tx2"/>
              </a:solidFill>
              <a:latin typeface="Consolas" panose="020B0609020204030204" pitchFamily="49" charset="0"/>
            </a:endParaRPr>
          </a:p>
          <a:p>
            <a:pPr marL="514350" indent="-514350">
              <a:buAutoNum type="arabicPeriod"/>
            </a:pPr>
            <a:r>
              <a:rPr lang="en-US" dirty="0"/>
              <a:t> </a:t>
            </a:r>
            <a:r>
              <a:rPr lang="en-US" b="1" dirty="0">
                <a:solidFill>
                  <a:srgbClr val="FFEEAD"/>
                </a:solidFill>
                <a:effectLst/>
                <a:latin typeface="Consolas" panose="020B0609020204030204" pitchFamily="49" charset="0"/>
              </a:rPr>
              <a:t>range</a:t>
            </a:r>
            <a:r>
              <a:rPr lang="en-US" b="1" dirty="0">
                <a:solidFill>
                  <a:schemeClr val="tx2"/>
                </a:solidFill>
              </a:rPr>
              <a:t> </a:t>
            </a:r>
          </a:p>
          <a:p>
            <a:pPr marL="514350" indent="-514350">
              <a:buAutoNum type="arabicPeriod"/>
            </a:pPr>
            <a:r>
              <a:rPr lang="en-US" dirty="0"/>
              <a:t> parentheses </a:t>
            </a:r>
            <a:r>
              <a:rPr lang="en-US" b="1" dirty="0">
                <a:solidFill>
                  <a:srgbClr val="BBDAFF"/>
                </a:solidFill>
                <a:effectLst/>
                <a:latin typeface="Consolas" panose="020B0609020204030204" pitchFamily="49" charset="0"/>
              </a:rPr>
              <a:t>()</a:t>
            </a:r>
            <a:endParaRPr lang="en-US" b="1" dirty="0">
              <a:solidFill>
                <a:schemeClr val="tx2"/>
              </a:solidFill>
              <a:latin typeface="Consolas" panose="020B0609020204030204" pitchFamily="49" charset="0"/>
            </a:endParaRPr>
          </a:p>
          <a:p>
            <a:pPr marL="514350" indent="-514350">
              <a:buAutoNum type="arabicPeriod"/>
            </a:pPr>
            <a:r>
              <a:rPr lang="en-US" dirty="0"/>
              <a:t> number </a:t>
            </a:r>
            <a:r>
              <a:rPr lang="en-US" b="1" dirty="0">
                <a:solidFill>
                  <a:srgbClr val="FFC58F"/>
                </a:solidFill>
                <a:effectLst/>
                <a:latin typeface="Consolas" panose="020B0609020204030204" pitchFamily="49" charset="0"/>
              </a:rPr>
              <a:t>5</a:t>
            </a:r>
            <a:endParaRPr lang="en-US" b="1" dirty="0">
              <a:solidFill>
                <a:schemeClr val="tx2"/>
              </a:solidFill>
              <a:latin typeface="Consolas" panose="020B0609020204030204" pitchFamily="49" charset="0"/>
            </a:endParaRPr>
          </a:p>
          <a:p>
            <a:pPr marL="514350" indent="-514350">
              <a:buAutoNum type="arabicPeriod"/>
            </a:pPr>
            <a:r>
              <a:rPr lang="en-US" dirty="0"/>
              <a:t> colon </a:t>
            </a:r>
            <a:r>
              <a:rPr lang="en-US" b="1" dirty="0">
                <a:solidFill>
                  <a:schemeClr val="tx2"/>
                </a:solidFill>
                <a:latin typeface="Consolas" panose="020B0609020204030204" pitchFamily="49" charset="0"/>
              </a:rPr>
              <a:t>:</a:t>
            </a:r>
          </a:p>
          <a:p>
            <a:pPr marL="514350" indent="-514350">
              <a:buAutoNum type="arabicPeriod"/>
            </a:pPr>
            <a:r>
              <a:rPr lang="en-US" dirty="0"/>
              <a:t> indentation -&gt;</a:t>
            </a:r>
          </a:p>
        </p:txBody>
      </p:sp>
      <p:sp>
        <p:nvSpPr>
          <p:cNvPr id="5" name="TextBox 4">
            <a:extLst>
              <a:ext uri="{FF2B5EF4-FFF2-40B4-BE49-F238E27FC236}">
                <a16:creationId xmlns:a16="http://schemas.microsoft.com/office/drawing/2014/main" id="{A5BBA117-B3D6-7C2A-E72D-4A974BB901B5}"/>
              </a:ext>
            </a:extLst>
          </p:cNvPr>
          <p:cNvSpPr txBox="1"/>
          <p:nvPr/>
        </p:nvSpPr>
        <p:spPr>
          <a:xfrm>
            <a:off x="4533900" y="1248460"/>
            <a:ext cx="7038975" cy="1754326"/>
          </a:xfrm>
          <a:prstGeom prst="rect">
            <a:avLst/>
          </a:prstGeom>
          <a:noFill/>
        </p:spPr>
        <p:txBody>
          <a:bodyPr wrap="square">
            <a:spAutoFit/>
          </a:bodyPr>
          <a:lstStyle/>
          <a:p>
            <a:r>
              <a:rPr lang="en-US" sz="5400" b="0" dirty="0">
                <a:solidFill>
                  <a:schemeClr val="tx2"/>
                </a:solidFill>
                <a:effectLst/>
                <a:latin typeface="Consolas" panose="020B0609020204030204" pitchFamily="49" charset="0"/>
              </a:rPr>
              <a:t>for</a:t>
            </a:r>
            <a:r>
              <a:rPr lang="en-US" sz="5400" b="0" dirty="0">
                <a:solidFill>
                  <a:srgbClr val="FFFFFF"/>
                </a:solidFill>
                <a:effectLst/>
                <a:latin typeface="Consolas" panose="020B0609020204030204" pitchFamily="49" charset="0"/>
              </a:rPr>
              <a:t> </a:t>
            </a:r>
            <a:r>
              <a:rPr lang="en-US" sz="5400" b="0" dirty="0">
                <a:solidFill>
                  <a:srgbClr val="FF9DA4"/>
                </a:solidFill>
                <a:effectLst/>
                <a:latin typeface="Consolas" panose="020B0609020204030204" pitchFamily="49" charset="0"/>
              </a:rPr>
              <a:t>x</a:t>
            </a:r>
            <a:r>
              <a:rPr lang="en-US" sz="5400" b="0" dirty="0">
                <a:solidFill>
                  <a:srgbClr val="FFFFFF"/>
                </a:solidFill>
                <a:effectLst/>
                <a:latin typeface="Consolas" panose="020B0609020204030204" pitchFamily="49" charset="0"/>
              </a:rPr>
              <a:t> </a:t>
            </a:r>
            <a:r>
              <a:rPr lang="en-US" sz="5400" b="0" dirty="0">
                <a:solidFill>
                  <a:srgbClr val="EBBBFF"/>
                </a:solidFill>
                <a:effectLst/>
                <a:latin typeface="Consolas" panose="020B0609020204030204" pitchFamily="49" charset="0"/>
              </a:rPr>
              <a:t>in</a:t>
            </a:r>
            <a:r>
              <a:rPr lang="en-US" sz="5400" b="0" dirty="0">
                <a:solidFill>
                  <a:srgbClr val="FFFFFF"/>
                </a:solidFill>
                <a:effectLst/>
                <a:latin typeface="Consolas" panose="020B0609020204030204" pitchFamily="49" charset="0"/>
              </a:rPr>
              <a:t> </a:t>
            </a:r>
            <a:r>
              <a:rPr lang="en-US" sz="5400" b="0" dirty="0">
                <a:solidFill>
                  <a:srgbClr val="FFEEAD"/>
                </a:solidFill>
                <a:effectLst/>
                <a:latin typeface="Consolas" panose="020B0609020204030204" pitchFamily="49" charset="0"/>
              </a:rPr>
              <a:t>range</a:t>
            </a:r>
            <a:r>
              <a:rPr lang="en-US" sz="5400" b="0" dirty="0">
                <a:solidFill>
                  <a:srgbClr val="BBDAFF"/>
                </a:solidFill>
                <a:effectLst/>
                <a:latin typeface="Consolas" panose="020B0609020204030204" pitchFamily="49" charset="0"/>
              </a:rPr>
              <a:t>(</a:t>
            </a:r>
            <a:r>
              <a:rPr lang="en-US" sz="5400" b="0" dirty="0">
                <a:solidFill>
                  <a:srgbClr val="FFC58F"/>
                </a:solidFill>
                <a:effectLst/>
                <a:latin typeface="Consolas" panose="020B0609020204030204" pitchFamily="49" charset="0"/>
              </a:rPr>
              <a:t>5</a:t>
            </a:r>
            <a:r>
              <a:rPr lang="en-US" sz="5400" b="0" dirty="0">
                <a:solidFill>
                  <a:srgbClr val="BBDAFF"/>
                </a:solidFill>
                <a:effectLst/>
                <a:latin typeface="Consolas" panose="020B0609020204030204" pitchFamily="49" charset="0"/>
              </a:rPr>
              <a:t>)</a:t>
            </a:r>
            <a:r>
              <a:rPr lang="en-US" sz="5400" b="0" dirty="0">
                <a:solidFill>
                  <a:srgbClr val="FFFFFF"/>
                </a:solidFill>
                <a:effectLst/>
                <a:latin typeface="Consolas" panose="020B0609020204030204" pitchFamily="49" charset="0"/>
              </a:rPr>
              <a:t>:</a:t>
            </a:r>
          </a:p>
          <a:p>
            <a:r>
              <a:rPr lang="en-US" sz="5400" dirty="0">
                <a:solidFill>
                  <a:srgbClr val="FFFFFF"/>
                </a:solidFill>
                <a:latin typeface="Consolas" panose="020B0609020204030204" pitchFamily="49" charset="0"/>
              </a:rPr>
              <a:t>  </a:t>
            </a:r>
            <a:r>
              <a:rPr lang="en-US" sz="5400" b="0" dirty="0" err="1">
                <a:solidFill>
                  <a:srgbClr val="FF9DA4"/>
                </a:solidFill>
                <a:effectLst/>
                <a:latin typeface="Consolas" panose="020B0609020204030204" pitchFamily="49" charset="0"/>
              </a:rPr>
              <a:t>sambi</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right</a:t>
            </a:r>
            <a:r>
              <a:rPr lang="en-US" sz="5400" b="0" dirty="0">
                <a:solidFill>
                  <a:srgbClr val="BBDAFF"/>
                </a:solidFill>
                <a:effectLst/>
                <a:latin typeface="Consolas" panose="020B0609020204030204" pitchFamily="49" charset="0"/>
              </a:rPr>
              <a:t>(</a:t>
            </a:r>
            <a:r>
              <a:rPr lang="en-US" sz="5400" b="0" dirty="0">
                <a:solidFill>
                  <a:srgbClr val="FFC58F"/>
                </a:solidFill>
                <a:effectLst/>
                <a:latin typeface="Consolas" panose="020B0609020204030204" pitchFamily="49" charset="0"/>
              </a:rPr>
              <a:t>10</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p:txBody>
      </p:sp>
      <p:sp>
        <p:nvSpPr>
          <p:cNvPr id="6" name="Rectangle 5">
            <a:extLst>
              <a:ext uri="{FF2B5EF4-FFF2-40B4-BE49-F238E27FC236}">
                <a16:creationId xmlns:a16="http://schemas.microsoft.com/office/drawing/2014/main" id="{D62A1127-27BB-B543-5225-9351A1AB3B72}"/>
              </a:ext>
            </a:extLst>
          </p:cNvPr>
          <p:cNvSpPr/>
          <p:nvPr/>
        </p:nvSpPr>
        <p:spPr>
          <a:xfrm>
            <a:off x="4686299" y="2331135"/>
            <a:ext cx="581025" cy="485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-&gt;</a:t>
            </a:r>
          </a:p>
        </p:txBody>
      </p:sp>
      <p:sp>
        <p:nvSpPr>
          <p:cNvPr id="7" name="Rectangle 6">
            <a:extLst>
              <a:ext uri="{FF2B5EF4-FFF2-40B4-BE49-F238E27FC236}">
                <a16:creationId xmlns:a16="http://schemas.microsoft.com/office/drawing/2014/main" id="{A0596764-413C-61CE-4F27-EE99816563F2}"/>
              </a:ext>
            </a:extLst>
          </p:cNvPr>
          <p:cNvSpPr/>
          <p:nvPr/>
        </p:nvSpPr>
        <p:spPr>
          <a:xfrm>
            <a:off x="5533054" y="3273506"/>
            <a:ext cx="5694589" cy="14555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Question</a:t>
            </a:r>
            <a:endParaRPr lang="en-US" sz="2800" b="1" dirty="0"/>
          </a:p>
          <a:p>
            <a:pPr algn="ctr"/>
            <a:r>
              <a:rPr lang="en-US" sz="2800" dirty="0"/>
              <a:t>How far will </a:t>
            </a:r>
            <a:r>
              <a:rPr lang="en-US" sz="2800" b="1" dirty="0" err="1">
                <a:solidFill>
                  <a:srgbClr val="FF9DA4"/>
                </a:solidFill>
                <a:latin typeface="Consolas" panose="020B0609020204030204" pitchFamily="49" charset="0"/>
              </a:rPr>
              <a:t>sambi</a:t>
            </a:r>
            <a:r>
              <a:rPr lang="en-US" sz="2800" dirty="0"/>
              <a:t> turn in total?</a:t>
            </a:r>
          </a:p>
        </p:txBody>
      </p:sp>
      <p:sp>
        <p:nvSpPr>
          <p:cNvPr id="8" name="Rectangle 7">
            <a:extLst>
              <a:ext uri="{FF2B5EF4-FFF2-40B4-BE49-F238E27FC236}">
                <a16:creationId xmlns:a16="http://schemas.microsoft.com/office/drawing/2014/main" id="{06203D22-F1EB-DBD6-B924-D5B8B7A30D69}"/>
              </a:ext>
            </a:extLst>
          </p:cNvPr>
          <p:cNvSpPr/>
          <p:nvPr/>
        </p:nvSpPr>
        <p:spPr>
          <a:xfrm>
            <a:off x="6836132" y="4881752"/>
            <a:ext cx="3088432" cy="145557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3200" b="1" dirty="0"/>
              <a:t>Answer</a:t>
            </a:r>
            <a:endParaRPr lang="en-US" sz="2800" b="1" dirty="0"/>
          </a:p>
          <a:p>
            <a:pPr algn="ctr"/>
            <a:r>
              <a:rPr lang="en-US" sz="2800" dirty="0"/>
              <a:t>50 degrees</a:t>
            </a:r>
          </a:p>
          <a:p>
            <a:pPr algn="ctr"/>
            <a:r>
              <a:rPr lang="en-US" sz="1600" dirty="0"/>
              <a:t>(5 x 10)</a:t>
            </a:r>
            <a:endParaRPr lang="en-US" sz="2800" dirty="0"/>
          </a:p>
        </p:txBody>
      </p:sp>
    </p:spTree>
    <p:extLst>
      <p:ext uri="{BB962C8B-B14F-4D97-AF65-F5344CB8AC3E}">
        <p14:creationId xmlns:p14="http://schemas.microsoft.com/office/powerpoint/2010/main" val="631913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fade">
                                      <p:cBhvr>
                                        <p:cTn id="45" dur="500"/>
                                        <p:tgtEl>
                                          <p:spTgt spid="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fade">
                                      <p:cBhvr>
                                        <p:cTn id="50" dur="5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05C8E-1256-506E-7A7F-6CF5E596BF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029E42-5BF9-D08F-DE9C-9BE7FDCA8F2A}"/>
              </a:ext>
            </a:extLst>
          </p:cNvPr>
          <p:cNvSpPr>
            <a:spLocks noGrp="1"/>
          </p:cNvSpPr>
          <p:nvPr>
            <p:ph type="ctrTitle"/>
          </p:nvPr>
        </p:nvSpPr>
        <p:spPr>
          <a:xfrm>
            <a:off x="0" y="0"/>
            <a:ext cx="12192000" cy="1298222"/>
          </a:xfrm>
          <a:solidFill>
            <a:schemeClr val="bg1"/>
          </a:solidFill>
        </p:spPr>
        <p:txBody>
          <a:bodyPr anchor="ctr"/>
          <a:lstStyle/>
          <a:p>
            <a:r>
              <a:rPr lang="en-US" dirty="0"/>
              <a:t>Mini Quiz #2</a:t>
            </a:r>
          </a:p>
        </p:txBody>
      </p:sp>
      <p:sp>
        <p:nvSpPr>
          <p:cNvPr id="3" name="TextBox 2">
            <a:extLst>
              <a:ext uri="{FF2B5EF4-FFF2-40B4-BE49-F238E27FC236}">
                <a16:creationId xmlns:a16="http://schemas.microsoft.com/office/drawing/2014/main" id="{B50EB3A5-8BBE-22E2-F295-928026C7B001}"/>
              </a:ext>
            </a:extLst>
          </p:cNvPr>
          <p:cNvSpPr txBox="1"/>
          <p:nvPr/>
        </p:nvSpPr>
        <p:spPr>
          <a:xfrm>
            <a:off x="567089" y="1956897"/>
            <a:ext cx="7038975" cy="1754326"/>
          </a:xfrm>
          <a:prstGeom prst="rect">
            <a:avLst/>
          </a:prstGeom>
          <a:solidFill>
            <a:schemeClr val="bg2"/>
          </a:solidFill>
          <a:ln w="38100">
            <a:solidFill>
              <a:schemeClr val="tx1"/>
            </a:solidFill>
          </a:ln>
        </p:spPr>
        <p:txBody>
          <a:bodyPr wrap="square">
            <a:spAutoFit/>
          </a:bodyPr>
          <a:lstStyle/>
          <a:p>
            <a:r>
              <a:rPr lang="en-US" sz="5400" b="0" dirty="0">
                <a:solidFill>
                  <a:schemeClr val="tx2"/>
                </a:solidFill>
                <a:effectLst/>
                <a:latin typeface="Consolas" panose="020B0609020204030204" pitchFamily="49" charset="0"/>
              </a:rPr>
              <a:t>for</a:t>
            </a:r>
            <a:r>
              <a:rPr lang="en-US" sz="5400" b="0" dirty="0">
                <a:solidFill>
                  <a:srgbClr val="FFFFFF"/>
                </a:solidFill>
                <a:effectLst/>
                <a:latin typeface="Consolas" panose="020B0609020204030204" pitchFamily="49" charset="0"/>
              </a:rPr>
              <a:t> </a:t>
            </a:r>
            <a:r>
              <a:rPr lang="en-US" sz="5400" b="0" dirty="0">
                <a:solidFill>
                  <a:srgbClr val="FF9DA4"/>
                </a:solidFill>
                <a:effectLst/>
                <a:latin typeface="Consolas" panose="020B0609020204030204" pitchFamily="49" charset="0"/>
              </a:rPr>
              <a:t>x</a:t>
            </a:r>
            <a:r>
              <a:rPr lang="en-US" sz="5400" b="0" dirty="0">
                <a:solidFill>
                  <a:srgbClr val="FFFFFF"/>
                </a:solidFill>
                <a:effectLst/>
                <a:latin typeface="Consolas" panose="020B0609020204030204" pitchFamily="49" charset="0"/>
              </a:rPr>
              <a:t> </a:t>
            </a:r>
            <a:r>
              <a:rPr lang="en-US" sz="5400" b="0" dirty="0">
                <a:solidFill>
                  <a:srgbClr val="EBBBFF"/>
                </a:solidFill>
                <a:effectLst/>
                <a:latin typeface="Consolas" panose="020B0609020204030204" pitchFamily="49" charset="0"/>
              </a:rPr>
              <a:t>in</a:t>
            </a:r>
            <a:r>
              <a:rPr lang="en-US" sz="5400" b="0" dirty="0">
                <a:solidFill>
                  <a:srgbClr val="FFFFFF"/>
                </a:solidFill>
                <a:effectLst/>
                <a:latin typeface="Consolas" panose="020B0609020204030204" pitchFamily="49" charset="0"/>
              </a:rPr>
              <a:t> </a:t>
            </a:r>
            <a:r>
              <a:rPr lang="en-US" sz="5400" b="0" dirty="0">
                <a:solidFill>
                  <a:srgbClr val="FFEEAD"/>
                </a:solidFill>
                <a:effectLst/>
                <a:latin typeface="Consolas" panose="020B0609020204030204" pitchFamily="49" charset="0"/>
              </a:rPr>
              <a:t>range</a:t>
            </a:r>
            <a:r>
              <a:rPr lang="en-US" sz="5400" b="0" dirty="0">
                <a:solidFill>
                  <a:srgbClr val="BBDAFF"/>
                </a:solidFill>
                <a:effectLst/>
                <a:latin typeface="Consolas" panose="020B0609020204030204" pitchFamily="49" charset="0"/>
              </a:rPr>
              <a:t>(</a:t>
            </a:r>
            <a:r>
              <a:rPr lang="en-US" sz="5400" b="0" dirty="0">
                <a:solidFill>
                  <a:srgbClr val="FFC58F"/>
                </a:solidFill>
                <a:effectLst/>
                <a:latin typeface="Consolas" panose="020B0609020204030204" pitchFamily="49" charset="0"/>
              </a:rPr>
              <a:t>5</a:t>
            </a:r>
            <a:r>
              <a:rPr lang="en-US" sz="5400" b="0" dirty="0">
                <a:solidFill>
                  <a:srgbClr val="BBDAFF"/>
                </a:solidFill>
                <a:effectLst/>
                <a:latin typeface="Consolas" panose="020B0609020204030204" pitchFamily="49" charset="0"/>
              </a:rPr>
              <a:t>)</a:t>
            </a:r>
            <a:r>
              <a:rPr lang="en-US" sz="5400" b="0" dirty="0">
                <a:solidFill>
                  <a:srgbClr val="FFFFFF"/>
                </a:solidFill>
                <a:effectLst/>
                <a:latin typeface="Consolas" panose="020B0609020204030204" pitchFamily="49" charset="0"/>
              </a:rPr>
              <a:t>:</a:t>
            </a:r>
          </a:p>
          <a:p>
            <a:r>
              <a:rPr lang="en-US" sz="5400" dirty="0">
                <a:solidFill>
                  <a:srgbClr val="FFFFFF"/>
                </a:solidFill>
                <a:latin typeface="Consolas" panose="020B0609020204030204" pitchFamily="49" charset="0"/>
              </a:rPr>
              <a:t>  </a:t>
            </a:r>
            <a:r>
              <a:rPr lang="en-US" sz="5400" b="0" dirty="0" err="1">
                <a:solidFill>
                  <a:srgbClr val="FF9DA4"/>
                </a:solidFill>
                <a:effectLst/>
                <a:latin typeface="Consolas" panose="020B0609020204030204" pitchFamily="49" charset="0"/>
              </a:rPr>
              <a:t>sambi</a:t>
            </a:r>
            <a:r>
              <a:rPr lang="en-US" sz="5400" b="0" dirty="0" err="1">
                <a:solidFill>
                  <a:srgbClr val="FFFFFF"/>
                </a:solidFill>
                <a:effectLst/>
                <a:latin typeface="Consolas" panose="020B0609020204030204" pitchFamily="49" charset="0"/>
              </a:rPr>
              <a:t>.</a:t>
            </a:r>
            <a:r>
              <a:rPr lang="en-US" sz="5400" b="0" dirty="0" err="1">
                <a:solidFill>
                  <a:srgbClr val="BBDAFF"/>
                </a:solidFill>
                <a:effectLst/>
                <a:latin typeface="Consolas" panose="020B0609020204030204" pitchFamily="49" charset="0"/>
              </a:rPr>
              <a:t>right</a:t>
            </a:r>
            <a:r>
              <a:rPr lang="en-US" sz="5400" b="0" dirty="0">
                <a:solidFill>
                  <a:srgbClr val="BBDAFF"/>
                </a:solidFill>
                <a:effectLst/>
                <a:latin typeface="Consolas" panose="020B0609020204030204" pitchFamily="49" charset="0"/>
              </a:rPr>
              <a:t>(</a:t>
            </a:r>
            <a:r>
              <a:rPr lang="en-US" sz="5400" b="0" dirty="0">
                <a:solidFill>
                  <a:srgbClr val="FFC58F"/>
                </a:solidFill>
                <a:effectLst/>
                <a:latin typeface="Consolas" panose="020B0609020204030204" pitchFamily="49" charset="0"/>
              </a:rPr>
              <a:t>10</a:t>
            </a:r>
            <a:r>
              <a:rPr lang="en-US" sz="5400" b="0" dirty="0">
                <a:solidFill>
                  <a:srgbClr val="BBDAFF"/>
                </a:solidFill>
                <a:effectLst/>
                <a:latin typeface="Consolas" panose="020B0609020204030204" pitchFamily="49" charset="0"/>
              </a:rPr>
              <a:t>)</a:t>
            </a:r>
            <a:endParaRPr lang="en-US" sz="5400" b="0" dirty="0">
              <a:solidFill>
                <a:srgbClr val="FFFFFF"/>
              </a:solidFill>
              <a:effectLst/>
              <a:latin typeface="Consolas" panose="020B0609020204030204" pitchFamily="49" charset="0"/>
            </a:endParaRPr>
          </a:p>
        </p:txBody>
      </p:sp>
      <p:sp>
        <p:nvSpPr>
          <p:cNvPr id="4" name="TextBox 3">
            <a:extLst>
              <a:ext uri="{FF2B5EF4-FFF2-40B4-BE49-F238E27FC236}">
                <a16:creationId xmlns:a16="http://schemas.microsoft.com/office/drawing/2014/main" id="{B2987658-A574-1728-F2D7-90B0CEC75634}"/>
              </a:ext>
            </a:extLst>
          </p:cNvPr>
          <p:cNvSpPr txBox="1"/>
          <p:nvPr/>
        </p:nvSpPr>
        <p:spPr>
          <a:xfrm>
            <a:off x="4763910" y="4545307"/>
            <a:ext cx="6864302" cy="1446550"/>
          </a:xfrm>
          <a:prstGeom prst="rect">
            <a:avLst/>
          </a:prstGeom>
          <a:noFill/>
        </p:spPr>
        <p:txBody>
          <a:bodyPr wrap="square" rtlCol="0">
            <a:spAutoFit/>
          </a:bodyPr>
          <a:lstStyle/>
          <a:p>
            <a:pPr algn="r"/>
            <a:r>
              <a:rPr lang="en-US" sz="4400" i="1" dirty="0"/>
              <a:t>What eight (8) things are needed for a loop?</a:t>
            </a:r>
          </a:p>
        </p:txBody>
      </p:sp>
    </p:spTree>
    <p:extLst>
      <p:ext uri="{BB962C8B-B14F-4D97-AF65-F5344CB8AC3E}">
        <p14:creationId xmlns:p14="http://schemas.microsoft.com/office/powerpoint/2010/main" val="413104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24594-782F-2379-D741-A432FEE5C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EA3A5C-4A84-1954-4A5E-C8562FBCAF9B}"/>
              </a:ext>
            </a:extLst>
          </p:cNvPr>
          <p:cNvSpPr>
            <a:spLocks noGrp="1"/>
          </p:cNvSpPr>
          <p:nvPr>
            <p:ph type="ctrTitle"/>
          </p:nvPr>
        </p:nvSpPr>
        <p:spPr>
          <a:xfrm>
            <a:off x="0" y="0"/>
            <a:ext cx="12192000" cy="6858000"/>
          </a:xfrm>
          <a:solidFill>
            <a:schemeClr val="bg1"/>
          </a:solidFill>
        </p:spPr>
        <p:txBody>
          <a:bodyPr anchor="ctr"/>
          <a:lstStyle/>
          <a:p>
            <a:r>
              <a:rPr lang="en-US" dirty="0"/>
              <a:t>Python in the World</a:t>
            </a:r>
          </a:p>
        </p:txBody>
      </p:sp>
    </p:spTree>
    <p:extLst>
      <p:ext uri="{BB962C8B-B14F-4D97-AF65-F5344CB8AC3E}">
        <p14:creationId xmlns:p14="http://schemas.microsoft.com/office/powerpoint/2010/main" val="3371378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A4D53C-5543-0FAA-90C5-83AA77A9F8A9}"/>
              </a:ext>
            </a:extLst>
          </p:cNvPr>
          <p:cNvPicPr>
            <a:picLocks noChangeAspect="1"/>
          </p:cNvPicPr>
          <p:nvPr/>
        </p:nvPicPr>
        <p:blipFill>
          <a:blip r:embed="rId2"/>
          <a:stretch>
            <a:fillRect/>
          </a:stretch>
        </p:blipFill>
        <p:spPr>
          <a:xfrm>
            <a:off x="0" y="383226"/>
            <a:ext cx="12192000" cy="6091547"/>
          </a:xfrm>
          <a:prstGeom prst="rect">
            <a:avLst/>
          </a:prstGeom>
        </p:spPr>
      </p:pic>
    </p:spTree>
    <p:extLst>
      <p:ext uri="{BB962C8B-B14F-4D97-AF65-F5344CB8AC3E}">
        <p14:creationId xmlns:p14="http://schemas.microsoft.com/office/powerpoint/2010/main" val="8482611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374E9-705D-4C23-B853-973EF5E2D310}"/>
              </a:ext>
            </a:extLst>
          </p:cNvPr>
          <p:cNvSpPr>
            <a:spLocks noGrp="1"/>
          </p:cNvSpPr>
          <p:nvPr>
            <p:ph type="title"/>
          </p:nvPr>
        </p:nvSpPr>
        <p:spPr>
          <a:xfrm>
            <a:off x="0" y="14388"/>
            <a:ext cx="12192000" cy="1325563"/>
          </a:xfrm>
        </p:spPr>
        <p:txBody>
          <a:bodyPr>
            <a:normAutofit/>
          </a:bodyPr>
          <a:lstStyle/>
          <a:p>
            <a:pPr algn="ctr"/>
            <a:r>
              <a:rPr lang="en-US" sz="4000" b="1" dirty="0"/>
              <a:t>Things You Can Do</a:t>
            </a:r>
          </a:p>
        </p:txBody>
      </p:sp>
      <p:grpSp>
        <p:nvGrpSpPr>
          <p:cNvPr id="5" name="Group 4">
            <a:extLst>
              <a:ext uri="{FF2B5EF4-FFF2-40B4-BE49-F238E27FC236}">
                <a16:creationId xmlns:a16="http://schemas.microsoft.com/office/drawing/2014/main" id="{8C0A03F0-9967-4696-AF11-F1F0F5D27E72}"/>
              </a:ext>
            </a:extLst>
          </p:cNvPr>
          <p:cNvGrpSpPr/>
          <p:nvPr/>
        </p:nvGrpSpPr>
        <p:grpSpPr>
          <a:xfrm>
            <a:off x="871824" y="3924406"/>
            <a:ext cx="2743200" cy="2545390"/>
            <a:chOff x="381000" y="3741110"/>
            <a:chExt cx="2743200" cy="2545390"/>
          </a:xfrm>
        </p:grpSpPr>
        <p:pic>
          <p:nvPicPr>
            <p:cNvPr id="2050" name="Picture 2" descr="Data Analysis with Python | Learn Programming">
              <a:extLst>
                <a:ext uri="{FF2B5EF4-FFF2-40B4-BE49-F238E27FC236}">
                  <a16:creationId xmlns:a16="http://schemas.microsoft.com/office/drawing/2014/main" id="{C56546EE-04EC-4BA2-B2CD-13019FDB66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29100"/>
              <a:ext cx="2743200" cy="20574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5E781D8-ED93-4AA3-BC74-5BA57E56E174}"/>
                </a:ext>
              </a:extLst>
            </p:cNvPr>
            <p:cNvSpPr txBox="1"/>
            <p:nvPr/>
          </p:nvSpPr>
          <p:spPr>
            <a:xfrm>
              <a:off x="427052" y="3741110"/>
              <a:ext cx="2651095" cy="627864"/>
            </a:xfrm>
            <a:prstGeom prst="rect">
              <a:avLst/>
            </a:prstGeom>
            <a:noFill/>
          </p:spPr>
          <p:txBody>
            <a:bodyPr wrap="square" lIns="182880" tIns="146304" rIns="182880" bIns="146304" rtlCol="0">
              <a:spAutoFit/>
            </a:bodyPr>
            <a:lstStyle/>
            <a:p>
              <a:pPr>
                <a:lnSpc>
                  <a:spcPct val="90000"/>
                </a:lnSpc>
                <a:spcAft>
                  <a:spcPts val="600"/>
                </a:spcAft>
              </a:pPr>
              <a:r>
                <a:rPr lang="en-US" sz="2400" dirty="0">
                  <a:solidFill>
                    <a:schemeClr val="tx2"/>
                  </a:solidFill>
                </a:rPr>
                <a:t>Analyze Data</a:t>
              </a:r>
            </a:p>
          </p:txBody>
        </p:sp>
      </p:grpSp>
      <p:grpSp>
        <p:nvGrpSpPr>
          <p:cNvPr id="7" name="Group 6">
            <a:extLst>
              <a:ext uri="{FF2B5EF4-FFF2-40B4-BE49-F238E27FC236}">
                <a16:creationId xmlns:a16="http://schemas.microsoft.com/office/drawing/2014/main" id="{B746758F-9FC0-4C8F-925D-F0692F782902}"/>
              </a:ext>
            </a:extLst>
          </p:cNvPr>
          <p:cNvGrpSpPr/>
          <p:nvPr/>
        </p:nvGrpSpPr>
        <p:grpSpPr>
          <a:xfrm>
            <a:off x="4152961" y="3980851"/>
            <a:ext cx="3376203" cy="2488945"/>
            <a:chOff x="3810000" y="3882887"/>
            <a:chExt cx="3376203" cy="2488945"/>
          </a:xfrm>
        </p:grpSpPr>
        <p:pic>
          <p:nvPicPr>
            <p:cNvPr id="2052" name="Picture 4" descr="How to create a 2D game with Python and the Arcade library | Opensource.com">
              <a:extLst>
                <a:ext uri="{FF2B5EF4-FFF2-40B4-BE49-F238E27FC236}">
                  <a16:creationId xmlns:a16="http://schemas.microsoft.com/office/drawing/2014/main" id="{7B9BD6D6-6C39-4511-BDF0-A5D522FB8D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4475964"/>
              <a:ext cx="3376203" cy="189586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D6F0713-C9FE-4EB0-BBAF-8FDE43D65709}"/>
                </a:ext>
              </a:extLst>
            </p:cNvPr>
            <p:cNvSpPr txBox="1"/>
            <p:nvPr/>
          </p:nvSpPr>
          <p:spPr>
            <a:xfrm>
              <a:off x="3943669" y="3882887"/>
              <a:ext cx="2663230"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tx2"/>
                  </a:solidFill>
                </a:rPr>
                <a:t>Develop Games</a:t>
              </a:r>
            </a:p>
          </p:txBody>
        </p:sp>
      </p:grpSp>
      <p:grpSp>
        <p:nvGrpSpPr>
          <p:cNvPr id="9" name="Group 8">
            <a:extLst>
              <a:ext uri="{FF2B5EF4-FFF2-40B4-BE49-F238E27FC236}">
                <a16:creationId xmlns:a16="http://schemas.microsoft.com/office/drawing/2014/main" id="{9B2858DB-3444-40C0-B4B6-F7DC001FC7A5}"/>
              </a:ext>
            </a:extLst>
          </p:cNvPr>
          <p:cNvGrpSpPr/>
          <p:nvPr/>
        </p:nvGrpSpPr>
        <p:grpSpPr>
          <a:xfrm>
            <a:off x="8028400" y="1394983"/>
            <a:ext cx="3883114" cy="2126878"/>
            <a:chOff x="7674070" y="4087595"/>
            <a:chExt cx="3883114" cy="2126878"/>
          </a:xfrm>
        </p:grpSpPr>
        <p:pic>
          <p:nvPicPr>
            <p:cNvPr id="2054" name="Picture 6" descr="Web Crawling vs Web Scraping | Smartproxy">
              <a:extLst>
                <a:ext uri="{FF2B5EF4-FFF2-40B4-BE49-F238E27FC236}">
                  <a16:creationId xmlns:a16="http://schemas.microsoft.com/office/drawing/2014/main" id="{C6F1C43B-388F-4ABD-943C-707F5A2E75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53400" y="4633323"/>
              <a:ext cx="2895600" cy="15811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84587BD-421C-4CAA-9CE2-3EFBDB2E1767}"/>
                </a:ext>
              </a:extLst>
            </p:cNvPr>
            <p:cNvSpPr txBox="1"/>
            <p:nvPr/>
          </p:nvSpPr>
          <p:spPr>
            <a:xfrm>
              <a:off x="7674070" y="4087595"/>
              <a:ext cx="3883114"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tx2"/>
                  </a:solidFill>
                </a:rPr>
                <a:t>Get Stuff from Websites</a:t>
              </a:r>
            </a:p>
          </p:txBody>
        </p:sp>
      </p:grpSp>
      <p:grpSp>
        <p:nvGrpSpPr>
          <p:cNvPr id="11" name="Group 10">
            <a:extLst>
              <a:ext uri="{FF2B5EF4-FFF2-40B4-BE49-F238E27FC236}">
                <a16:creationId xmlns:a16="http://schemas.microsoft.com/office/drawing/2014/main" id="{83E550AC-DE1A-4D4F-B064-6B5C8C4A4BC3}"/>
              </a:ext>
            </a:extLst>
          </p:cNvPr>
          <p:cNvGrpSpPr/>
          <p:nvPr/>
        </p:nvGrpSpPr>
        <p:grpSpPr>
          <a:xfrm>
            <a:off x="657879" y="1175366"/>
            <a:ext cx="2722830" cy="2518158"/>
            <a:chOff x="616545" y="1103714"/>
            <a:chExt cx="2722830" cy="2518158"/>
          </a:xfrm>
        </p:grpSpPr>
        <p:pic>
          <p:nvPicPr>
            <p:cNvPr id="2056" name="Picture 8" descr="Spiders, Webs, and Birds - Buffalo Bill Center of the West">
              <a:extLst>
                <a:ext uri="{FF2B5EF4-FFF2-40B4-BE49-F238E27FC236}">
                  <a16:creationId xmlns:a16="http://schemas.microsoft.com/office/drawing/2014/main" id="{CD169ADA-BDAE-4A3D-9D11-9C68D930A8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1817" y="1606960"/>
              <a:ext cx="2547558" cy="2014912"/>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D403E7B-CE4B-4F18-B147-1FB8CBAA8F05}"/>
                </a:ext>
              </a:extLst>
            </p:cNvPr>
            <p:cNvSpPr txBox="1"/>
            <p:nvPr/>
          </p:nvSpPr>
          <p:spPr>
            <a:xfrm>
              <a:off x="616545" y="1103714"/>
              <a:ext cx="2597506"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tx2"/>
                  </a:solidFill>
                </a:rPr>
                <a:t>Make Websites</a:t>
              </a:r>
            </a:p>
          </p:txBody>
        </p:sp>
      </p:grpSp>
      <p:grpSp>
        <p:nvGrpSpPr>
          <p:cNvPr id="13" name="Group 12">
            <a:extLst>
              <a:ext uri="{FF2B5EF4-FFF2-40B4-BE49-F238E27FC236}">
                <a16:creationId xmlns:a16="http://schemas.microsoft.com/office/drawing/2014/main" id="{FF82CE84-1D5B-4443-AB1B-824DAA0211B7}"/>
              </a:ext>
            </a:extLst>
          </p:cNvPr>
          <p:cNvGrpSpPr/>
          <p:nvPr/>
        </p:nvGrpSpPr>
        <p:grpSpPr>
          <a:xfrm>
            <a:off x="4050030" y="1115511"/>
            <a:ext cx="3582066" cy="2516557"/>
            <a:chOff x="3872501" y="1198371"/>
            <a:chExt cx="3582066" cy="2516557"/>
          </a:xfrm>
        </p:grpSpPr>
        <p:pic>
          <p:nvPicPr>
            <p:cNvPr id="2058" name="Picture 10" descr="Modern Web Automation With Python and Selenium – Real Python">
              <a:extLst>
                <a:ext uri="{FF2B5EF4-FFF2-40B4-BE49-F238E27FC236}">
                  <a16:creationId xmlns:a16="http://schemas.microsoft.com/office/drawing/2014/main" id="{17D72937-45D9-4DEE-8E11-B3D171B067E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72501" y="1700016"/>
              <a:ext cx="3582066" cy="201491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21930D42-E193-45D6-840A-B8437DC61861}"/>
                </a:ext>
              </a:extLst>
            </p:cNvPr>
            <p:cNvSpPr txBox="1"/>
            <p:nvPr/>
          </p:nvSpPr>
          <p:spPr>
            <a:xfrm>
              <a:off x="3872501" y="1198371"/>
              <a:ext cx="3582066" cy="627864"/>
            </a:xfrm>
            <a:prstGeom prst="rect">
              <a:avLst/>
            </a:prstGeom>
            <a:noFill/>
          </p:spPr>
          <p:txBody>
            <a:bodyPr wrap="square" lIns="182880" tIns="146304" rIns="182880" bIns="146304" rtlCol="0">
              <a:spAutoFit/>
            </a:bodyPr>
            <a:lstStyle/>
            <a:p>
              <a:pPr>
                <a:lnSpc>
                  <a:spcPct val="90000"/>
                </a:lnSpc>
                <a:spcAft>
                  <a:spcPts val="600"/>
                </a:spcAft>
              </a:pPr>
              <a:r>
                <a:rPr lang="en-US" sz="2400" dirty="0">
                  <a:solidFill>
                    <a:schemeClr val="tx2"/>
                  </a:solidFill>
                </a:rPr>
                <a:t>Automate Everything</a:t>
              </a:r>
            </a:p>
          </p:txBody>
        </p:sp>
      </p:grpSp>
      <p:grpSp>
        <p:nvGrpSpPr>
          <p:cNvPr id="15" name="Group 14">
            <a:extLst>
              <a:ext uri="{FF2B5EF4-FFF2-40B4-BE49-F238E27FC236}">
                <a16:creationId xmlns:a16="http://schemas.microsoft.com/office/drawing/2014/main" id="{F997AE64-4C47-4165-8AA8-87D435CEC3EE}"/>
              </a:ext>
            </a:extLst>
          </p:cNvPr>
          <p:cNvGrpSpPr/>
          <p:nvPr/>
        </p:nvGrpSpPr>
        <p:grpSpPr>
          <a:xfrm>
            <a:off x="7664216" y="3980851"/>
            <a:ext cx="4123565" cy="2535951"/>
            <a:chOff x="7626566" y="3984423"/>
            <a:chExt cx="4123565" cy="2535951"/>
          </a:xfrm>
        </p:grpSpPr>
        <p:pic>
          <p:nvPicPr>
            <p:cNvPr id="2060" name="Picture 12" descr="A Conversation With BlackLine's Machine Learning Experts | BlackLine  Magazine">
              <a:extLst>
                <a:ext uri="{FF2B5EF4-FFF2-40B4-BE49-F238E27FC236}">
                  <a16:creationId xmlns:a16="http://schemas.microsoft.com/office/drawing/2014/main" id="{A9AFCD3C-1577-4B72-8271-CCE3017F35D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88496" y="4600550"/>
              <a:ext cx="3199707" cy="191982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46244426-C6DC-4C3F-AE0E-F3ED8125F44E}"/>
                </a:ext>
              </a:extLst>
            </p:cNvPr>
            <p:cNvSpPr txBox="1"/>
            <p:nvPr/>
          </p:nvSpPr>
          <p:spPr>
            <a:xfrm>
              <a:off x="7626566" y="3984423"/>
              <a:ext cx="4123565"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tx2"/>
                  </a:solidFill>
                </a:rPr>
                <a:t>Create A.I. Apps + Agents</a:t>
              </a:r>
            </a:p>
          </p:txBody>
        </p:sp>
      </p:grpSp>
    </p:spTree>
    <p:extLst>
      <p:ext uri="{BB962C8B-B14F-4D97-AF65-F5344CB8AC3E}">
        <p14:creationId xmlns:p14="http://schemas.microsoft.com/office/powerpoint/2010/main" val="37098618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7D59B-25DB-4DF3-A993-378845DB436F}"/>
              </a:ext>
            </a:extLst>
          </p:cNvPr>
          <p:cNvSpPr>
            <a:spLocks noGrp="1"/>
          </p:cNvSpPr>
          <p:nvPr>
            <p:ph type="title"/>
          </p:nvPr>
        </p:nvSpPr>
        <p:spPr>
          <a:xfrm>
            <a:off x="838200" y="0"/>
            <a:ext cx="10515600" cy="1325563"/>
          </a:xfrm>
        </p:spPr>
        <p:txBody>
          <a:bodyPr/>
          <a:lstStyle/>
          <a:p>
            <a:r>
              <a:rPr lang="en-US" b="1" dirty="0"/>
              <a:t>BONUS: Python Trivia</a:t>
            </a:r>
          </a:p>
        </p:txBody>
      </p:sp>
      <p:sp>
        <p:nvSpPr>
          <p:cNvPr id="3" name="Content Placeholder 2">
            <a:extLst>
              <a:ext uri="{FF2B5EF4-FFF2-40B4-BE49-F238E27FC236}">
                <a16:creationId xmlns:a16="http://schemas.microsoft.com/office/drawing/2014/main" id="{915C1C1A-A7E9-49F7-8D78-765BA8B3F8E7}"/>
              </a:ext>
            </a:extLst>
          </p:cNvPr>
          <p:cNvSpPr>
            <a:spLocks noGrp="1"/>
          </p:cNvSpPr>
          <p:nvPr>
            <p:ph idx="1"/>
          </p:nvPr>
        </p:nvSpPr>
        <p:spPr>
          <a:xfrm>
            <a:off x="240030" y="1686008"/>
            <a:ext cx="3139440" cy="1371600"/>
          </a:xfrm>
        </p:spPr>
        <p:txBody>
          <a:bodyPr>
            <a:normAutofit/>
          </a:bodyPr>
          <a:lstStyle/>
          <a:p>
            <a:pPr marL="57150" indent="0" algn="ctr">
              <a:buNone/>
            </a:pPr>
            <a:r>
              <a:rPr lang="en-US" sz="2400" dirty="0">
                <a:solidFill>
                  <a:schemeClr val="tx2"/>
                </a:solidFill>
              </a:rPr>
              <a:t>Released in </a:t>
            </a:r>
            <a:r>
              <a:rPr lang="en-US" sz="2400" b="1" dirty="0">
                <a:solidFill>
                  <a:schemeClr val="tx2"/>
                </a:solidFill>
              </a:rPr>
              <a:t>1991</a:t>
            </a:r>
            <a:r>
              <a:rPr lang="en-US" sz="2400" dirty="0">
                <a:solidFill>
                  <a:schemeClr val="tx2"/>
                </a:solidFill>
              </a:rPr>
              <a:t> by Dutch programmer </a:t>
            </a:r>
            <a:r>
              <a:rPr lang="en-US" sz="2400" b="1" dirty="0">
                <a:solidFill>
                  <a:schemeClr val="tx2"/>
                </a:solidFill>
              </a:rPr>
              <a:t>Guido van Rossum</a:t>
            </a:r>
          </a:p>
        </p:txBody>
      </p:sp>
      <p:sp>
        <p:nvSpPr>
          <p:cNvPr id="5" name="Content Placeholder 2">
            <a:extLst>
              <a:ext uri="{FF2B5EF4-FFF2-40B4-BE49-F238E27FC236}">
                <a16:creationId xmlns:a16="http://schemas.microsoft.com/office/drawing/2014/main" id="{7C87B347-7141-4412-BCFF-306C678FCBE3}"/>
              </a:ext>
            </a:extLst>
          </p:cNvPr>
          <p:cNvSpPr txBox="1">
            <a:spLocks/>
          </p:cNvSpPr>
          <p:nvPr/>
        </p:nvSpPr>
        <p:spPr>
          <a:xfrm>
            <a:off x="3280762" y="1485900"/>
            <a:ext cx="5630476" cy="4457700"/>
          </a:xfrm>
          <a:prstGeom prst="rect">
            <a:avLst/>
          </a:prstGeom>
        </p:spPr>
        <p:txBody>
          <a:bodyPr vert="horz" lIns="0" tIns="0" rIns="0" bIns="0" rtlCol="0">
            <a:normAutofit/>
          </a:bodyPr>
          <a:lstStyle>
            <a:lvl1pPr marL="342900" indent="-285750" algn="l" defTabSz="914400" rtl="0" eaLnBrk="1" latinLnBrk="0" hangingPunct="1">
              <a:lnSpc>
                <a:spcPct val="100000"/>
              </a:lnSpc>
              <a:spcBef>
                <a:spcPts val="0"/>
              </a:spcBef>
              <a:spcAft>
                <a:spcPts val="1200"/>
              </a:spcAft>
              <a:buClr>
                <a:schemeClr val="accent3"/>
              </a:buClr>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Clr>
                <a:schemeClr val="accent2"/>
              </a:buClr>
              <a:buFont typeface="Arial" panose="020B0604020202020204" pitchFamily="34" charset="0"/>
              <a:buChar char="•"/>
              <a:defRPr sz="2400" kern="1200">
                <a:solidFill>
                  <a:schemeClr val="tx1"/>
                </a:solidFill>
                <a:latin typeface="+mn-lt"/>
                <a:ea typeface="+mn-ea"/>
                <a:cs typeface="+mn-cs"/>
              </a:defRPr>
            </a:lvl2pPr>
            <a:lvl3pPr marL="10287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2000" kern="1200">
                <a:solidFill>
                  <a:schemeClr val="tx1"/>
                </a:solidFill>
                <a:latin typeface="+mn-lt"/>
                <a:ea typeface="+mn-ea"/>
                <a:cs typeface="+mn-cs"/>
              </a:defRPr>
            </a:lvl3pPr>
            <a:lvl4pPr marL="1484313" indent="-28575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1889125" indent="-284163"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 indent="0" algn="ctr">
              <a:buFont typeface="Wingdings" panose="05000000000000000000" pitchFamily="2" charset="2"/>
              <a:buNone/>
            </a:pPr>
            <a:r>
              <a:rPr lang="en-US" sz="4300" i="1" dirty="0">
                <a:solidFill>
                  <a:schemeClr val="tx2"/>
                </a:solidFill>
              </a:rPr>
              <a:t>Some guiding principles include:</a:t>
            </a:r>
            <a:endParaRPr lang="en-US" sz="4300" b="1" i="1" dirty="0">
              <a:solidFill>
                <a:schemeClr val="tx2"/>
              </a:solidFill>
            </a:endParaRPr>
          </a:p>
          <a:p>
            <a:endParaRPr lang="en-US" sz="1200" b="1" dirty="0">
              <a:solidFill>
                <a:schemeClr val="tx2"/>
              </a:solidFill>
            </a:endParaRPr>
          </a:p>
          <a:p>
            <a:r>
              <a:rPr lang="en-US" sz="2400" b="1" dirty="0">
                <a:solidFill>
                  <a:schemeClr val="tx2"/>
                </a:solidFill>
              </a:rPr>
              <a:t>Beautiful</a:t>
            </a:r>
            <a:r>
              <a:rPr lang="en-US" sz="2400" dirty="0">
                <a:solidFill>
                  <a:schemeClr val="tx2"/>
                </a:solidFill>
              </a:rPr>
              <a:t> is better than ugly.</a:t>
            </a:r>
          </a:p>
          <a:p>
            <a:r>
              <a:rPr lang="en-US" sz="2400" b="1" dirty="0">
                <a:solidFill>
                  <a:schemeClr val="tx2"/>
                </a:solidFill>
              </a:rPr>
              <a:t>Explicit</a:t>
            </a:r>
            <a:r>
              <a:rPr lang="en-US" sz="2400" dirty="0">
                <a:solidFill>
                  <a:schemeClr val="tx2"/>
                </a:solidFill>
              </a:rPr>
              <a:t> is better than implicit.</a:t>
            </a:r>
          </a:p>
          <a:p>
            <a:r>
              <a:rPr lang="en-US" sz="2400" b="1" dirty="0">
                <a:solidFill>
                  <a:schemeClr val="tx2"/>
                </a:solidFill>
              </a:rPr>
              <a:t>Simple</a:t>
            </a:r>
            <a:r>
              <a:rPr lang="en-US" sz="2400" dirty="0">
                <a:solidFill>
                  <a:schemeClr val="tx2"/>
                </a:solidFill>
              </a:rPr>
              <a:t> is better than complex.</a:t>
            </a:r>
          </a:p>
          <a:p>
            <a:r>
              <a:rPr lang="en-US" sz="2400" b="1" dirty="0">
                <a:solidFill>
                  <a:schemeClr val="tx2"/>
                </a:solidFill>
              </a:rPr>
              <a:t>Complex</a:t>
            </a:r>
            <a:r>
              <a:rPr lang="en-US" sz="2400" dirty="0">
                <a:solidFill>
                  <a:schemeClr val="tx2"/>
                </a:solidFill>
              </a:rPr>
              <a:t> is better than complicated.</a:t>
            </a:r>
          </a:p>
          <a:p>
            <a:r>
              <a:rPr lang="en-US" sz="2400" b="1" dirty="0">
                <a:solidFill>
                  <a:schemeClr val="tx2"/>
                </a:solidFill>
              </a:rPr>
              <a:t>Readability</a:t>
            </a:r>
            <a:r>
              <a:rPr lang="en-US" sz="2400" dirty="0">
                <a:solidFill>
                  <a:schemeClr val="tx2"/>
                </a:solidFill>
              </a:rPr>
              <a:t> counts</a:t>
            </a:r>
            <a:r>
              <a:rPr lang="en-US" sz="2400" b="1" dirty="0">
                <a:solidFill>
                  <a:schemeClr val="tx2"/>
                </a:solidFill>
              </a:rPr>
              <a:t>.</a:t>
            </a:r>
          </a:p>
        </p:txBody>
      </p:sp>
      <p:grpSp>
        <p:nvGrpSpPr>
          <p:cNvPr id="4" name="Group 3">
            <a:extLst>
              <a:ext uri="{FF2B5EF4-FFF2-40B4-BE49-F238E27FC236}">
                <a16:creationId xmlns:a16="http://schemas.microsoft.com/office/drawing/2014/main" id="{C4144146-376B-4E85-9DD9-2958823C54E9}"/>
              </a:ext>
            </a:extLst>
          </p:cNvPr>
          <p:cNvGrpSpPr/>
          <p:nvPr/>
        </p:nvGrpSpPr>
        <p:grpSpPr>
          <a:xfrm>
            <a:off x="8980888" y="1485900"/>
            <a:ext cx="2885247" cy="4914900"/>
            <a:chOff x="8980888" y="1485900"/>
            <a:chExt cx="2885247" cy="4914900"/>
          </a:xfrm>
        </p:grpSpPr>
        <p:sp>
          <p:nvSpPr>
            <p:cNvPr id="6" name="Content Placeholder 2">
              <a:extLst>
                <a:ext uri="{FF2B5EF4-FFF2-40B4-BE49-F238E27FC236}">
                  <a16:creationId xmlns:a16="http://schemas.microsoft.com/office/drawing/2014/main" id="{87940379-61A8-4FC7-8C21-C9D31A534B3F}"/>
                </a:ext>
              </a:extLst>
            </p:cNvPr>
            <p:cNvSpPr txBox="1">
              <a:spLocks/>
            </p:cNvSpPr>
            <p:nvPr/>
          </p:nvSpPr>
          <p:spPr>
            <a:xfrm>
              <a:off x="8980888" y="1485900"/>
              <a:ext cx="2867025" cy="4914900"/>
            </a:xfrm>
            <a:prstGeom prst="rect">
              <a:avLst/>
            </a:prstGeom>
          </p:spPr>
          <p:txBody>
            <a:bodyPr vert="horz" lIns="0" tIns="0" rIns="0" bIns="0" rtlCol="0">
              <a:normAutofit/>
            </a:bodyPr>
            <a:lstStyle>
              <a:lvl1pPr marL="342900" indent="-285750" algn="l" defTabSz="914400" rtl="0" eaLnBrk="1" latinLnBrk="0" hangingPunct="1">
                <a:lnSpc>
                  <a:spcPct val="100000"/>
                </a:lnSpc>
                <a:spcBef>
                  <a:spcPts val="0"/>
                </a:spcBef>
                <a:spcAft>
                  <a:spcPts val="1200"/>
                </a:spcAft>
                <a:buClr>
                  <a:schemeClr val="accent3"/>
                </a:buClr>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Clr>
                  <a:schemeClr val="accent2"/>
                </a:buClr>
                <a:buFont typeface="Arial" panose="020B0604020202020204" pitchFamily="34" charset="0"/>
                <a:buChar char="•"/>
                <a:defRPr sz="2400" kern="1200">
                  <a:solidFill>
                    <a:schemeClr val="tx1"/>
                  </a:solidFill>
                  <a:latin typeface="+mn-lt"/>
                  <a:ea typeface="+mn-ea"/>
                  <a:cs typeface="+mn-cs"/>
                </a:defRPr>
              </a:lvl2pPr>
              <a:lvl3pPr marL="10287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2000" kern="1200">
                  <a:solidFill>
                    <a:schemeClr val="tx1"/>
                  </a:solidFill>
                  <a:latin typeface="+mn-lt"/>
                  <a:ea typeface="+mn-ea"/>
                  <a:cs typeface="+mn-cs"/>
                </a:defRPr>
              </a:lvl3pPr>
              <a:lvl4pPr marL="1484313" indent="-28575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1889125" indent="-284163"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 indent="0" algn="ctr">
                <a:buFont typeface="Wingdings" panose="05000000000000000000" pitchFamily="2" charset="2"/>
                <a:buNone/>
              </a:pPr>
              <a:r>
                <a:rPr lang="en-US" sz="2400" dirty="0">
                  <a:solidFill>
                    <a:schemeClr val="tx2"/>
                  </a:solidFill>
                </a:rPr>
                <a:t>Named after</a:t>
              </a:r>
            </a:p>
            <a:p>
              <a:pPr marL="57150" indent="0" algn="ctr">
                <a:buFont typeface="Wingdings" panose="05000000000000000000" pitchFamily="2" charset="2"/>
                <a:buNone/>
              </a:pPr>
              <a:r>
                <a:rPr lang="en-US" sz="2400" b="1" i="1" dirty="0">
                  <a:solidFill>
                    <a:schemeClr val="tx2"/>
                  </a:solidFill>
                </a:rPr>
                <a:t>Monty Python's Flying Circus</a:t>
              </a:r>
            </a:p>
          </p:txBody>
        </p:sp>
        <p:pic>
          <p:nvPicPr>
            <p:cNvPr id="3078" name="Picture 6" descr="[crop output image]">
              <a:extLst>
                <a:ext uri="{FF2B5EF4-FFF2-40B4-BE49-F238E27FC236}">
                  <a16:creationId xmlns:a16="http://schemas.microsoft.com/office/drawing/2014/main" id="{1FCF5059-3FE1-4874-B836-3FE4F466D57B}"/>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999110" y="2977598"/>
              <a:ext cx="2867025" cy="3219450"/>
            </a:xfrm>
            <a:prstGeom prst="rect">
              <a:avLst/>
            </a:prstGeom>
            <a:noFill/>
            <a:extLst>
              <a:ext uri="{909E8E84-426E-40DD-AFC4-6F175D3DCCD1}">
                <a14:hiddenFill xmlns:a14="http://schemas.microsoft.com/office/drawing/2010/main">
                  <a:solidFill>
                    <a:srgbClr val="FFFFFF"/>
                  </a:solidFill>
                </a14:hiddenFill>
              </a:ext>
            </a:extLst>
          </p:spPr>
        </p:pic>
      </p:grpSp>
      <p:pic>
        <p:nvPicPr>
          <p:cNvPr id="3074" name="Picture 2" descr="So who is Guido van Rossum?">
            <a:extLst>
              <a:ext uri="{FF2B5EF4-FFF2-40B4-BE49-F238E27FC236}">
                <a16:creationId xmlns:a16="http://schemas.microsoft.com/office/drawing/2014/main" id="{1DCC7E7B-D164-4D95-89BB-12A41CEF5D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299" y="2857500"/>
            <a:ext cx="2578902" cy="3339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10453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74"/>
                                        </p:tgtEl>
                                        <p:attrNameLst>
                                          <p:attrName>style.visibility</p:attrName>
                                        </p:attrNameLst>
                                      </p:cBhvr>
                                      <p:to>
                                        <p:strVal val="visible"/>
                                      </p:to>
                                    </p:set>
                                    <p:animEffect transition="in" filter="fade">
                                      <p:cBhvr>
                                        <p:cTn id="17" dur="500"/>
                                        <p:tgtEl>
                                          <p:spTgt spid="307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fade">
                                      <p:cBhvr>
                                        <p:cTn id="2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DB2FE-9554-635C-26E4-65A7FDBAB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E5FFE0-DFAB-BE89-40F9-EC023C389175}"/>
              </a:ext>
            </a:extLst>
          </p:cNvPr>
          <p:cNvSpPr>
            <a:spLocks noGrp="1"/>
          </p:cNvSpPr>
          <p:nvPr>
            <p:ph type="title"/>
          </p:nvPr>
        </p:nvSpPr>
        <p:spPr>
          <a:xfrm>
            <a:off x="0" y="14388"/>
            <a:ext cx="12192000" cy="1325563"/>
          </a:xfrm>
        </p:spPr>
        <p:txBody>
          <a:bodyPr>
            <a:normAutofit/>
          </a:bodyPr>
          <a:lstStyle/>
          <a:p>
            <a:pPr algn="ctr"/>
            <a:r>
              <a:rPr lang="en-US" sz="4000" b="1" dirty="0"/>
              <a:t>Why Python?</a:t>
            </a:r>
          </a:p>
        </p:txBody>
      </p:sp>
      <p:sp>
        <p:nvSpPr>
          <p:cNvPr id="3" name="TextBox 2">
            <a:extLst>
              <a:ext uri="{FF2B5EF4-FFF2-40B4-BE49-F238E27FC236}">
                <a16:creationId xmlns:a16="http://schemas.microsoft.com/office/drawing/2014/main" id="{EEB93970-4ADA-5BB2-321D-F8B0D4999DE8}"/>
              </a:ext>
            </a:extLst>
          </p:cNvPr>
          <p:cNvSpPr txBox="1"/>
          <p:nvPr/>
        </p:nvSpPr>
        <p:spPr>
          <a:xfrm>
            <a:off x="1388533" y="1603022"/>
            <a:ext cx="7257115" cy="584775"/>
          </a:xfrm>
          <a:prstGeom prst="rect">
            <a:avLst/>
          </a:prstGeom>
          <a:noFill/>
        </p:spPr>
        <p:txBody>
          <a:bodyPr wrap="none" rtlCol="0">
            <a:spAutoFit/>
          </a:bodyPr>
          <a:lstStyle/>
          <a:p>
            <a:r>
              <a:rPr lang="en-US" sz="3200" i="1" dirty="0"/>
              <a:t>You can use it for so many purposes</a:t>
            </a:r>
          </a:p>
        </p:txBody>
      </p:sp>
      <p:sp>
        <p:nvSpPr>
          <p:cNvPr id="16" name="TextBox 15">
            <a:extLst>
              <a:ext uri="{FF2B5EF4-FFF2-40B4-BE49-F238E27FC236}">
                <a16:creationId xmlns:a16="http://schemas.microsoft.com/office/drawing/2014/main" id="{5130B0C6-CCA9-DA72-37C0-0B03E3F88972}"/>
              </a:ext>
            </a:extLst>
          </p:cNvPr>
          <p:cNvSpPr txBox="1"/>
          <p:nvPr/>
        </p:nvSpPr>
        <p:spPr>
          <a:xfrm>
            <a:off x="2884089" y="2729502"/>
            <a:ext cx="9183924" cy="584775"/>
          </a:xfrm>
          <a:prstGeom prst="rect">
            <a:avLst/>
          </a:prstGeom>
          <a:noFill/>
        </p:spPr>
        <p:txBody>
          <a:bodyPr wrap="none" rtlCol="0">
            <a:spAutoFit/>
          </a:bodyPr>
          <a:lstStyle/>
          <a:p>
            <a:r>
              <a:rPr lang="en-US" sz="3200" i="1" dirty="0"/>
              <a:t>It is popular so there’s a community of support</a:t>
            </a:r>
          </a:p>
        </p:txBody>
      </p:sp>
      <p:sp>
        <p:nvSpPr>
          <p:cNvPr id="17" name="TextBox 16">
            <a:extLst>
              <a:ext uri="{FF2B5EF4-FFF2-40B4-BE49-F238E27FC236}">
                <a16:creationId xmlns:a16="http://schemas.microsoft.com/office/drawing/2014/main" id="{14D8A32D-A289-41A1-B751-6F80117CA485}"/>
              </a:ext>
            </a:extLst>
          </p:cNvPr>
          <p:cNvSpPr txBox="1"/>
          <p:nvPr/>
        </p:nvSpPr>
        <p:spPr>
          <a:xfrm>
            <a:off x="587022" y="3869736"/>
            <a:ext cx="9458038" cy="584775"/>
          </a:xfrm>
          <a:prstGeom prst="rect">
            <a:avLst/>
          </a:prstGeom>
          <a:noFill/>
        </p:spPr>
        <p:txBody>
          <a:bodyPr wrap="none" rtlCol="0">
            <a:spAutoFit/>
          </a:bodyPr>
          <a:lstStyle/>
          <a:p>
            <a:r>
              <a:rPr lang="en-US" sz="3200" i="1" dirty="0"/>
              <a:t>It’s a simpler place to start than Java, C, C#, </a:t>
            </a:r>
            <a:r>
              <a:rPr lang="en-US" sz="3200" i="1" dirty="0" err="1"/>
              <a:t>etc</a:t>
            </a:r>
            <a:endParaRPr lang="en-US" sz="3200" i="1" dirty="0"/>
          </a:p>
        </p:txBody>
      </p:sp>
      <p:sp>
        <p:nvSpPr>
          <p:cNvPr id="18" name="TextBox 17">
            <a:extLst>
              <a:ext uri="{FF2B5EF4-FFF2-40B4-BE49-F238E27FC236}">
                <a16:creationId xmlns:a16="http://schemas.microsoft.com/office/drawing/2014/main" id="{E7676534-5C37-027F-945E-44C8E221F8D6}"/>
              </a:ext>
            </a:extLst>
          </p:cNvPr>
          <p:cNvSpPr txBox="1"/>
          <p:nvPr/>
        </p:nvSpPr>
        <p:spPr>
          <a:xfrm>
            <a:off x="5887154" y="5009970"/>
            <a:ext cx="1588897" cy="584775"/>
          </a:xfrm>
          <a:prstGeom prst="rect">
            <a:avLst/>
          </a:prstGeom>
          <a:noFill/>
        </p:spPr>
        <p:txBody>
          <a:bodyPr wrap="none" rtlCol="0">
            <a:spAutoFit/>
          </a:bodyPr>
          <a:lstStyle/>
          <a:p>
            <a:r>
              <a:rPr lang="en-US" sz="3200" i="1" dirty="0"/>
              <a:t>It’s fun!</a:t>
            </a:r>
          </a:p>
        </p:txBody>
      </p:sp>
    </p:spTree>
    <p:extLst>
      <p:ext uri="{BB962C8B-B14F-4D97-AF65-F5344CB8AC3E}">
        <p14:creationId xmlns:p14="http://schemas.microsoft.com/office/powerpoint/2010/main" val="14015593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1+#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0-#ppt_w/2"/>
                                          </p:val>
                                        </p:tav>
                                        <p:tav tm="100000">
                                          <p:val>
                                            <p:strVal val="#ppt_x"/>
                                          </p:val>
                                        </p:tav>
                                      </p:tavLst>
                                    </p:anim>
                                    <p:anim calcmode="lin" valueType="num">
                                      <p:cBhvr additive="base">
                                        <p:cTn id="20"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1+#ppt_w/2"/>
                                          </p:val>
                                        </p:tav>
                                        <p:tav tm="100000">
                                          <p:val>
                                            <p:strVal val="#ppt_x"/>
                                          </p:val>
                                        </p:tav>
                                      </p:tavLst>
                                    </p:anim>
                                    <p:anim calcmode="lin" valueType="num">
                                      <p:cBhvr additive="base">
                                        <p:cTn id="26"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6" grpId="0"/>
      <p:bldP spid="17" grpId="0"/>
      <p:bldP spid="1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upportive snake | Kirishima eijirou, Story inspiration, Arcanum">
            <a:extLst>
              <a:ext uri="{FF2B5EF4-FFF2-40B4-BE49-F238E27FC236}">
                <a16:creationId xmlns:a16="http://schemas.microsoft.com/office/drawing/2014/main" id="{DEFA6CC8-5179-41F4-05C3-012076C6A1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333" b="18334"/>
          <a:stretch/>
        </p:blipFill>
        <p:spPr bwMode="auto">
          <a:xfrm>
            <a:off x="2543969" y="2052328"/>
            <a:ext cx="7104062" cy="275334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DD820D6-5715-AFD0-11FC-17CC585EBE2B}"/>
              </a:ext>
            </a:extLst>
          </p:cNvPr>
          <p:cNvSpPr>
            <a:spLocks noGrp="1"/>
          </p:cNvSpPr>
          <p:nvPr>
            <p:ph type="title"/>
          </p:nvPr>
        </p:nvSpPr>
        <p:spPr>
          <a:xfrm>
            <a:off x="0" y="340963"/>
            <a:ext cx="12192000" cy="1325563"/>
          </a:xfrm>
        </p:spPr>
        <p:txBody>
          <a:bodyPr/>
          <a:lstStyle/>
          <a:p>
            <a:pPr algn="ctr"/>
            <a:r>
              <a:rPr lang="en-US" b="1" dirty="0"/>
              <a:t>Final Thoughts</a:t>
            </a:r>
          </a:p>
        </p:txBody>
      </p:sp>
    </p:spTree>
    <p:extLst>
      <p:ext uri="{BB962C8B-B14F-4D97-AF65-F5344CB8AC3E}">
        <p14:creationId xmlns:p14="http://schemas.microsoft.com/office/powerpoint/2010/main" val="35708519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Python">
      <a:dk1>
        <a:srgbClr val="77FF77"/>
      </a:dk1>
      <a:lt1>
        <a:srgbClr val="000044"/>
      </a:lt1>
      <a:dk2>
        <a:srgbClr val="FFFFFF"/>
      </a:dk2>
      <a:lt2>
        <a:srgbClr val="000000"/>
      </a:lt2>
      <a:accent1>
        <a:srgbClr val="FFFFDD"/>
      </a:accent1>
      <a:accent2>
        <a:srgbClr val="FFDD00"/>
      </a:accent2>
      <a:accent3>
        <a:srgbClr val="DDFFFF"/>
      </a:accent3>
      <a:accent4>
        <a:srgbClr val="FFDDFF"/>
      </a:accent4>
      <a:accent5>
        <a:srgbClr val="00DDFF"/>
      </a:accent5>
      <a:accent6>
        <a:srgbClr val="DD00FF"/>
      </a:accent6>
      <a:hlink>
        <a:srgbClr val="FFFF77"/>
      </a:hlink>
      <a:folHlink>
        <a:srgbClr val="FFFFDD"/>
      </a:folHlink>
    </a:clrScheme>
    <a:fontScheme name="Python">
      <a:majorFont>
        <a:latin typeface="Space Mono"/>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TotalTime>
  <Words>2359</Words>
  <Application>Microsoft Office PowerPoint</Application>
  <PresentationFormat>Widescreen</PresentationFormat>
  <Paragraphs>441</Paragraphs>
  <Slides>40</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Arial</vt:lpstr>
      <vt:lpstr>Calibri</vt:lpstr>
      <vt:lpstr>Consolas</vt:lpstr>
      <vt:lpstr>Future TimeSplitters</vt:lpstr>
      <vt:lpstr>Inter</vt:lpstr>
      <vt:lpstr>Roboto</vt:lpstr>
      <vt:lpstr>Space Mono</vt:lpstr>
      <vt:lpstr>Wingdings</vt:lpstr>
      <vt:lpstr>Office Theme</vt:lpstr>
      <vt:lpstr>PowerPoint Presentation</vt:lpstr>
      <vt:lpstr>     , Programming</vt:lpstr>
      <vt:lpstr>Agenda</vt:lpstr>
      <vt:lpstr>Python Executes Instructions</vt:lpstr>
      <vt:lpstr>Python Executes Instructions</vt:lpstr>
      <vt:lpstr>Python Executes Instructions</vt:lpstr>
      <vt:lpstr>Python Executes Instructions</vt:lpstr>
      <vt:lpstr>Python Executes Instructions</vt:lpstr>
      <vt:lpstr>PowerPoint Presentation</vt:lpstr>
      <vt:lpstr>What are Turtle Graphics?</vt:lpstr>
      <vt:lpstr>Turtles in Python</vt:lpstr>
      <vt:lpstr>Creating a New Turtle</vt:lpstr>
      <vt:lpstr>Controlling the Turtle</vt:lpstr>
      <vt:lpstr>Turtle Features</vt:lpstr>
      <vt:lpstr>Turtle Abilities</vt:lpstr>
      <vt:lpstr>Turtle Abilities</vt:lpstr>
      <vt:lpstr>Mini Quiz #1</vt:lpstr>
      <vt:lpstr>Q: What is this turtle’s name?</vt:lpstr>
      <vt:lpstr>Q: What are these symbols?</vt:lpstr>
      <vt:lpstr>Q: What does this turtle do?</vt:lpstr>
      <vt:lpstr>Q: What is this symbol?</vt:lpstr>
      <vt:lpstr>Q: What are these symbols?</vt:lpstr>
      <vt:lpstr>Q: What does this turtle say?</vt:lpstr>
      <vt:lpstr>Q: What is this line?</vt:lpstr>
      <vt:lpstr>Loops</vt:lpstr>
      <vt:lpstr>Code Without Loops</vt:lpstr>
      <vt:lpstr>Code With Loops</vt:lpstr>
      <vt:lpstr>Code With Loops</vt:lpstr>
      <vt:lpstr>Code With Loops</vt:lpstr>
      <vt:lpstr>Code With Loops</vt:lpstr>
      <vt:lpstr>Code With Loops</vt:lpstr>
      <vt:lpstr>Code With Loops</vt:lpstr>
      <vt:lpstr>Review</vt:lpstr>
      <vt:lpstr>Mini Quiz #2</vt:lpstr>
      <vt:lpstr>Python in the World</vt:lpstr>
      <vt:lpstr>PowerPoint Presentation</vt:lpstr>
      <vt:lpstr>Things You Can Do</vt:lpstr>
      <vt:lpstr>BONUS: Python Trivia</vt:lpstr>
      <vt:lpstr>Why Python?</vt:lpstr>
      <vt:lpstr>Final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 Python</dc:title>
  <dc:creator>Joseph Maxwell</dc:creator>
  <cp:lastModifiedBy>Joseph Maxwell</cp:lastModifiedBy>
  <cp:revision>21</cp:revision>
  <dcterms:created xsi:type="dcterms:W3CDTF">2023-09-06T12:41:06Z</dcterms:created>
  <dcterms:modified xsi:type="dcterms:W3CDTF">2026-09-09T17:42:25Z</dcterms:modified>
</cp:coreProperties>
</file>